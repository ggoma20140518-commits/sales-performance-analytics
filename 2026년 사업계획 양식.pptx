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10"/>
  </p:notesMasterIdLst>
  <p:sldIdLst>
    <p:sldId id="2147379182" r:id="rId5"/>
    <p:sldId id="2147379206" r:id="rId6"/>
    <p:sldId id="2147379228" r:id="rId7"/>
    <p:sldId id="2147379221" r:id="rId8"/>
    <p:sldId id="274" r:id="rId9"/>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C1A4"/>
    <a:srgbClr val="E05F87"/>
    <a:srgbClr val="FFF2CC"/>
    <a:srgbClr val="FF0000"/>
    <a:srgbClr val="FDE7EC"/>
    <a:srgbClr val="FCD8E0"/>
    <a:srgbClr val="F2F2F2"/>
    <a:srgbClr val="000000"/>
    <a:srgbClr val="F7F7F7"/>
    <a:srgbClr val="1E83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053"/>
    <p:restoredTop sz="68249" autoAdjust="0"/>
  </p:normalViewPr>
  <p:slideViewPr>
    <p:cSldViewPr snapToGrid="0">
      <p:cViewPr varScale="1">
        <p:scale>
          <a:sx n="56" d="100"/>
          <a:sy n="56" d="100"/>
        </p:scale>
        <p:origin x="2078" y="43"/>
      </p:cViewPr>
      <p:guideLst/>
    </p:cSldViewPr>
  </p:slideViewPr>
  <p:notesTextViewPr>
    <p:cViewPr>
      <p:scale>
        <a:sx n="3" d="2"/>
        <a:sy n="3" d="2"/>
      </p:scale>
      <p:origin x="0" y="0"/>
    </p:cViewPr>
  </p:notesTextViewPr>
  <p:sorterViewPr>
    <p:cViewPr varScale="1">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최수정 (Sujung Choi) COSMAX" userId="9b0b671f-126b-44cc-9a37-b05cff05b995" providerId="ADAL" clId="{25565EF8-4121-4EB9-A627-3D01B8F953CF}"/>
    <pc:docChg chg="undo custSel modSld">
      <pc:chgData name="최수정 (Sujung Choi) COSMAX" userId="9b0b671f-126b-44cc-9a37-b05cff05b995" providerId="ADAL" clId="{25565EF8-4121-4EB9-A627-3D01B8F953CF}" dt="2026-04-06T00:35:30.378" v="81" actId="20577"/>
      <pc:docMkLst>
        <pc:docMk/>
      </pc:docMkLst>
      <pc:sldChg chg="modSp mod">
        <pc:chgData name="최수정 (Sujung Choi) COSMAX" userId="9b0b671f-126b-44cc-9a37-b05cff05b995" providerId="ADAL" clId="{25565EF8-4121-4EB9-A627-3D01B8F953CF}" dt="2026-04-06T00:35:30.378" v="81" actId="20577"/>
        <pc:sldMkLst>
          <pc:docMk/>
          <pc:sldMk cId="3242770260" sldId="2147379182"/>
        </pc:sldMkLst>
        <pc:spChg chg="mod">
          <ac:chgData name="최수정 (Sujung Choi) COSMAX" userId="9b0b671f-126b-44cc-9a37-b05cff05b995" providerId="ADAL" clId="{25565EF8-4121-4EB9-A627-3D01B8F953CF}" dt="2026-04-06T00:34:53.209" v="49" actId="20577"/>
          <ac:spMkLst>
            <pc:docMk/>
            <pc:sldMk cId="3242770260" sldId="2147379182"/>
            <ac:spMk id="3" creationId="{8C3FA550-58C2-304B-3D70-77262E4CFB7A}"/>
          </ac:spMkLst>
        </pc:spChg>
        <pc:spChg chg="mod">
          <ac:chgData name="최수정 (Sujung Choi) COSMAX" userId="9b0b671f-126b-44cc-9a37-b05cff05b995" providerId="ADAL" clId="{25565EF8-4121-4EB9-A627-3D01B8F953CF}" dt="2026-04-06T00:35:30.378" v="81" actId="20577"/>
          <ac:spMkLst>
            <pc:docMk/>
            <pc:sldMk cId="3242770260" sldId="2147379182"/>
            <ac:spMk id="4" creationId="{DD44289C-1183-DD1C-AFFD-F7359F17D0B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맑은 고딕" panose="020B0503020000020004" pitchFamily="50" charset="-127"/>
                <a:ea typeface="맑은 고딕" panose="020B0503020000020004" pitchFamily="50" charset="-127"/>
              </a:defRPr>
            </a:lvl1pPr>
          </a:lstStyle>
          <a:p>
            <a:endParaRPr lang="ko-KR" altLang="en-US"/>
          </a:p>
        </p:txBody>
      </p:sp>
      <p:sp>
        <p:nvSpPr>
          <p:cNvPr id="3" name="날짜 개체 틀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맑은 고딕" panose="020B0503020000020004" pitchFamily="50" charset="-127"/>
                <a:ea typeface="맑은 고딕" panose="020B0503020000020004" pitchFamily="50" charset="-127"/>
              </a:defRPr>
            </a:lvl1pPr>
          </a:lstStyle>
          <a:p>
            <a:fld id="{70566E93-55A9-4237-B022-051D1129836B}" type="datetimeFigureOut">
              <a:rPr lang="ko-KR" altLang="en-US" smtClean="0"/>
              <a:pPr/>
              <a:t>2026-04-06</a:t>
            </a:fld>
            <a:endParaRPr lang="ko-KR" altLang="en-US"/>
          </a:p>
        </p:txBody>
      </p:sp>
      <p:sp>
        <p:nvSpPr>
          <p:cNvPr id="4" name="슬라이드 이미지 개체 틀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맑은 고딕" panose="020B0503020000020004" pitchFamily="50" charset="-127"/>
                <a:ea typeface="맑은 고딕" panose="020B0503020000020004" pitchFamily="50" charset="-127"/>
              </a:defRPr>
            </a:lvl1pPr>
          </a:lstStyle>
          <a:p>
            <a:endParaRPr lang="ko-KR" altLang="en-US"/>
          </a:p>
        </p:txBody>
      </p:sp>
      <p:sp>
        <p:nvSpPr>
          <p:cNvPr id="7" name="슬라이드 번호 개체 틀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맑은 고딕" panose="020B0503020000020004" pitchFamily="50" charset="-127"/>
                <a:ea typeface="맑은 고딕" panose="020B0503020000020004" pitchFamily="50" charset="-127"/>
              </a:defRPr>
            </a:lvl1pPr>
          </a:lstStyle>
          <a:p>
            <a:fld id="{53ED7BDC-C1E9-47B4-8E0E-807C3190FA39}" type="slidenum">
              <a:rPr lang="ko-KR" altLang="en-US" smtClean="0"/>
              <a:pPr/>
              <a:t>‹#›</a:t>
            </a:fld>
            <a:endParaRPr lang="ko-KR" altLang="en-US"/>
          </a:p>
        </p:txBody>
      </p:sp>
    </p:spTree>
    <p:extLst>
      <p:ext uri="{BB962C8B-B14F-4D97-AF65-F5344CB8AC3E}">
        <p14:creationId xmlns:p14="http://schemas.microsoft.com/office/powerpoint/2010/main" val="156952550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맑은 고딕" panose="020B0503020000020004" pitchFamily="50" charset="-127"/>
        <a:ea typeface="맑은 고딕" panose="020B0503020000020004" pitchFamily="50" charset="-127"/>
        <a:cs typeface="+mn-cs"/>
      </a:defRPr>
    </a:lvl1pPr>
    <a:lvl2pPr marL="457200" algn="l" defTabSz="914400" rtl="0" eaLnBrk="1" latinLnBrk="1" hangingPunct="1">
      <a:defRPr sz="1200" kern="1200">
        <a:solidFill>
          <a:schemeClr val="tx1"/>
        </a:solidFill>
        <a:latin typeface="맑은 고딕" panose="020B0503020000020004" pitchFamily="50" charset="-127"/>
        <a:ea typeface="맑은 고딕" panose="020B0503020000020004" pitchFamily="50" charset="-127"/>
        <a:cs typeface="+mn-cs"/>
      </a:defRPr>
    </a:lvl2pPr>
    <a:lvl3pPr marL="914400" algn="l" defTabSz="914400" rtl="0" eaLnBrk="1" latinLnBrk="1" hangingPunct="1">
      <a:defRPr sz="1200" kern="1200">
        <a:solidFill>
          <a:schemeClr val="tx1"/>
        </a:solidFill>
        <a:latin typeface="맑은 고딕" panose="020B0503020000020004" pitchFamily="50" charset="-127"/>
        <a:ea typeface="맑은 고딕" panose="020B0503020000020004" pitchFamily="50" charset="-127"/>
        <a:cs typeface="+mn-cs"/>
      </a:defRPr>
    </a:lvl3pPr>
    <a:lvl4pPr marL="1371600" algn="l" defTabSz="914400" rtl="0" eaLnBrk="1" latinLnBrk="1" hangingPunct="1">
      <a:defRPr sz="1200" kern="1200">
        <a:solidFill>
          <a:schemeClr val="tx1"/>
        </a:solidFill>
        <a:latin typeface="맑은 고딕" panose="020B0503020000020004" pitchFamily="50" charset="-127"/>
        <a:ea typeface="맑은 고딕" panose="020B0503020000020004" pitchFamily="50" charset="-127"/>
        <a:cs typeface="+mn-cs"/>
      </a:defRPr>
    </a:lvl4pPr>
    <a:lvl5pPr marL="1828800" algn="l" defTabSz="914400" rtl="0" eaLnBrk="1" latinLnBrk="1" hangingPunct="1">
      <a:defRPr sz="1200" kern="1200">
        <a:solidFill>
          <a:schemeClr val="tx1"/>
        </a:solidFill>
        <a:latin typeface="맑은 고딕" panose="020B0503020000020004" pitchFamily="50" charset="-127"/>
        <a:ea typeface="맑은 고딕" panose="020B0503020000020004"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53ED7BDC-C1E9-47B4-8E0E-807C3190FA39}" type="slidenum">
              <a:rPr lang="ko-KR" altLang="en-US" smtClean="0"/>
              <a:pPr/>
              <a:t>1</a:t>
            </a:fld>
            <a:endParaRPr lang="ko-KR" altLang="en-US"/>
          </a:p>
        </p:txBody>
      </p:sp>
    </p:spTree>
    <p:extLst>
      <p:ext uri="{BB962C8B-B14F-4D97-AF65-F5344CB8AC3E}">
        <p14:creationId xmlns:p14="http://schemas.microsoft.com/office/powerpoint/2010/main" val="3448657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dirty="0"/>
          </a:p>
        </p:txBody>
      </p:sp>
      <p:sp>
        <p:nvSpPr>
          <p:cNvPr id="4" name="슬라이드 번호 개체 틀 3"/>
          <p:cNvSpPr>
            <a:spLocks noGrp="1"/>
          </p:cNvSpPr>
          <p:nvPr>
            <p:ph type="sldNum" sz="quarter" idx="5"/>
          </p:nvPr>
        </p:nvSpPr>
        <p:spPr/>
        <p:txBody>
          <a:bodyPr/>
          <a:lstStyle/>
          <a:p>
            <a:fld id="{084B0668-DC49-45B7-B1C4-5CC76635EEA5}" type="slidenum">
              <a:rPr lang="ko-KR" altLang="en-US" smtClean="0"/>
              <a:t>2</a:t>
            </a:fld>
            <a:endParaRPr lang="ko-KR" altLang="en-US"/>
          </a:p>
        </p:txBody>
      </p:sp>
    </p:spTree>
    <p:extLst>
      <p:ext uri="{BB962C8B-B14F-4D97-AF65-F5344CB8AC3E}">
        <p14:creationId xmlns:p14="http://schemas.microsoft.com/office/powerpoint/2010/main" val="2150194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380AF-CA8E-1BB1-99E8-F127B3F91B4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4A48D66-3E71-F884-400E-CDB95719318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545966E-67CA-6E3B-C0DE-97F45ED64CDD}"/>
              </a:ext>
            </a:extLst>
          </p:cNvPr>
          <p:cNvSpPr>
            <a:spLocks noGrp="1"/>
          </p:cNvSpPr>
          <p:nvPr>
            <p:ph type="body" idx="1"/>
          </p:nvPr>
        </p:nvSpPr>
        <p:spPr/>
        <p:txBody>
          <a:bodyPr/>
          <a:lstStyle/>
          <a:p>
            <a:endParaRPr lang="en-US" altLang="ko-KR" sz="1600" dirty="0">
              <a:solidFill>
                <a:prstClr val="black"/>
              </a:solidFill>
              <a:latin typeface="맑은 고딕" panose="020B0503020000020004" pitchFamily="50" charset="-127"/>
              <a:ea typeface="맑은 고딕" panose="020B0503020000020004" pitchFamily="50" charset="-127"/>
              <a:cs typeface="Malgun Gothic Semilight" panose="020B0502040204020203" pitchFamily="50" charset="-127"/>
            </a:endParaRPr>
          </a:p>
        </p:txBody>
      </p:sp>
      <p:sp>
        <p:nvSpPr>
          <p:cNvPr id="4" name="슬라이드 번호 개체 틀 3">
            <a:extLst>
              <a:ext uri="{FF2B5EF4-FFF2-40B4-BE49-F238E27FC236}">
                <a16:creationId xmlns:a16="http://schemas.microsoft.com/office/drawing/2014/main" id="{ACB1A763-8869-9703-20FB-81995C23C7C7}"/>
              </a:ext>
            </a:extLst>
          </p:cNvPr>
          <p:cNvSpPr>
            <a:spLocks noGrp="1"/>
          </p:cNvSpPr>
          <p:nvPr>
            <p:ph type="sldNum" sz="quarter" idx="5"/>
          </p:nvPr>
        </p:nvSpPr>
        <p:spPr/>
        <p:txBody>
          <a:bodyPr/>
          <a:lstStyle/>
          <a:p>
            <a:fld id="{084B0668-DC49-45B7-B1C4-5CC76635EEA5}" type="slidenum">
              <a:rPr lang="ko-KR" altLang="en-US" smtClean="0"/>
              <a:t>3</a:t>
            </a:fld>
            <a:endParaRPr lang="ko-KR" altLang="en-US"/>
          </a:p>
        </p:txBody>
      </p:sp>
    </p:spTree>
    <p:extLst>
      <p:ext uri="{BB962C8B-B14F-4D97-AF65-F5344CB8AC3E}">
        <p14:creationId xmlns:p14="http://schemas.microsoft.com/office/powerpoint/2010/main" val="76113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1BBA2-D52E-0DFA-5042-E7DD34D2ADE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0E35E24-4FC4-2C85-9115-FAA92FCB984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A8FDE62-853D-F120-D298-C533A9B2BBB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76964E1-5E17-A56E-6CAD-01869AB22E02}"/>
              </a:ext>
            </a:extLst>
          </p:cNvPr>
          <p:cNvSpPr>
            <a:spLocks noGrp="1"/>
          </p:cNvSpPr>
          <p:nvPr>
            <p:ph type="sldNum" sz="quarter" idx="5"/>
          </p:nvPr>
        </p:nvSpPr>
        <p:spPr/>
        <p:txBody>
          <a:bodyPr/>
          <a:lstStyle/>
          <a:p>
            <a:fld id="{084B0668-DC49-45B7-B1C4-5CC76635EEA5}" type="slidenum">
              <a:rPr lang="ko-KR" altLang="en-US" smtClean="0"/>
              <a:t>4</a:t>
            </a:fld>
            <a:endParaRPr lang="ko-KR" altLang="en-US"/>
          </a:p>
        </p:txBody>
      </p:sp>
    </p:spTree>
    <p:extLst>
      <p:ext uri="{BB962C8B-B14F-4D97-AF65-F5344CB8AC3E}">
        <p14:creationId xmlns:p14="http://schemas.microsoft.com/office/powerpoint/2010/main" val="4068803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fld id="{53ED7BDC-C1E9-47B4-8E0E-807C3190FA39}" type="slidenum">
              <a:rPr lang="ko-KR" altLang="en-US" smtClean="0"/>
              <a:pPr/>
              <a:t>5</a:t>
            </a:fld>
            <a:endParaRPr lang="ko-KR" altLang="en-US"/>
          </a:p>
        </p:txBody>
      </p:sp>
    </p:spTree>
    <p:extLst>
      <p:ext uri="{BB962C8B-B14F-4D97-AF65-F5344CB8AC3E}">
        <p14:creationId xmlns:p14="http://schemas.microsoft.com/office/powerpoint/2010/main" val="1900624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9F3EFF-E15E-3D95-712A-1A4BB2E076F3}"/>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71278719-1932-F7AB-6176-9B7E37EC8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AE9310E-3E21-8B7F-8E23-0745B6C9FF93}"/>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59372C8-6254-9604-0C73-6D2619386E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D763EB-6180-E7EF-D54C-AD5656F87D40}"/>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427646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CF68C6-12FB-F83F-C357-5542269663F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CBBCE217-98AB-4482-4594-2E736E90FEF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05FAFA9-E728-E05F-361A-AA6F175C973A}"/>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4A7D28C-4BC2-2257-F1B1-FFB77B35FAA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329F285-1970-78CB-5D20-2DAF1B300615}"/>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3846087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A51656D-0AB8-9134-F88B-A3D06AC4057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99E525B1-0D26-BF5B-763A-00B7AFD8FA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5F155C5-3CE6-C9C5-1392-5A4479E5248D}"/>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6B471A53-1A9B-C394-DBF5-5DDD9EC2432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E94FE88-1049-A484-7FF7-0943A9EE9631}"/>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2005031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3D015A-C42F-F3D0-C8C2-8272F0CCB1F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74E356F-5144-BCD4-8D81-6E5554E0E03D}"/>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B508C854-76FD-BBFB-B452-D5B9366E639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56CD4238-1854-FE3F-7D62-E7E79E36205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057698B-0909-0E3D-35A5-3239D7F7C97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967FF1-7860-C720-AB31-5E017B6DCB12}"/>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2280783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3E64700-A227-F42D-EDF0-40E826CF3899}"/>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F09AA5B0-31DB-E486-B518-7CABCE1AE0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FA9C0E2-EDE8-A8EA-23E2-6C2B44EB1A96}"/>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9B1734DC-F199-C6CA-10ED-1425FE5B9C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87F53747-EBFD-F905-D3C3-40839717819D}"/>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B132DDE-63A8-635A-9951-CB3BF20991A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4F60919-2840-5FF0-60EE-60E9C77D387A}"/>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1333350F-D182-0070-688F-B6D0D55A16D7}"/>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4014061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C09DB6E-95D7-2C48-2FB2-6AF2CA19396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162D088-0CF8-5E72-D6BE-93BDB857498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126AD24A-4163-464F-85DB-0748FFD2F04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B1B906D-48F4-A80E-52D9-728C93F4FB27}"/>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4092336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74D322-9DF0-19B3-940B-1DF1B3E7BA77}"/>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32AC12DB-797E-315E-4465-0E91451C8F5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433E4BD5-480D-335A-912E-9718D7DA969E}"/>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597492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C20F14-3817-77DF-EA68-647D50D42BB0}"/>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0012A23-6C3A-2924-5F10-4628D47AB6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76DE16FF-7EB0-C833-CDCA-436ED7693A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7B74ADE-ECE5-3629-74DC-39A1A5AB00D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9F0283AB-F111-195F-0995-3DD5BF72273F}"/>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CA48A3E-E422-7CC1-C436-E1657125526E}"/>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4227617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4BDF47F-1F4A-E01C-979D-07E06275122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D96CB615-E74D-670F-D692-8373A4A74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8DC9BF6-103B-32E7-B3C3-73D948975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0BE696D-BCC9-1866-238C-B512C4DE95E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3DB52C60-E6A0-EFEF-93E1-8BD6AF79C88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1D15705-720C-58D8-E52D-67A03004AE8B}"/>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1221134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08466C-986B-CFE9-D7F7-D9CC5C4BA60C}"/>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929FEB8-C3BF-ECCF-BA42-AC88200A5C9D}"/>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36AAF86-5FFB-F86C-9359-6827B32898E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48DB12D8-3FAA-FFA4-384F-854805C5779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11E4884-F453-CE63-7F68-2E2356915353}"/>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1138285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5D683A60-2DD3-82B3-5383-0A5A2612E763}"/>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C52C17BE-352C-C2E8-2C1E-C1048E78743C}"/>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B64D1D5-8C6E-6194-7229-0E2B614FEBCD}"/>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0F1277D-A93B-5C4E-3B9A-D2112459618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12EBF56-D97E-C0D0-4E26-697643DDBF0B}"/>
              </a:ext>
            </a:extLst>
          </p:cNvPr>
          <p:cNvSpPr>
            <a:spLocks noGrp="1"/>
          </p:cNvSpPr>
          <p:nvPr>
            <p:ph type="sldNum" sz="quarter" idx="12"/>
          </p:nvPr>
        </p:nvSpPr>
        <p:spPr/>
        <p:txBody>
          <a:bodyPr/>
          <a:lstStyle/>
          <a:p>
            <a:fld id="{E1D33D4C-B64A-40ED-B5B8-11D6A234642D}" type="slidenum">
              <a:rPr lang="ko-KR" altLang="en-US" smtClean="0"/>
              <a:t>‹#›</a:t>
            </a:fld>
            <a:endParaRPr lang="ko-KR" altLang="en-US"/>
          </a:p>
        </p:txBody>
      </p:sp>
    </p:spTree>
    <p:extLst>
      <p:ext uri="{BB962C8B-B14F-4D97-AF65-F5344CB8AC3E}">
        <p14:creationId xmlns:p14="http://schemas.microsoft.com/office/powerpoint/2010/main" val="3214889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표지Title">
    <p:spTree>
      <p:nvGrpSpPr>
        <p:cNvPr id="1" name=""/>
        <p:cNvGrpSpPr/>
        <p:nvPr/>
      </p:nvGrpSpPr>
      <p:grpSpPr>
        <a:xfrm>
          <a:off x="0" y="0"/>
          <a:ext cx="0" cy="0"/>
          <a:chOff x="0" y="0"/>
          <a:chExt cx="0" cy="0"/>
        </a:xfrm>
      </p:grpSpPr>
      <p:sp>
        <p:nvSpPr>
          <p:cNvPr id="32" name="TextBox 32">
            <a:extLst>
              <a:ext uri="{FF2B5EF4-FFF2-40B4-BE49-F238E27FC236}">
                <a16:creationId xmlns:a16="http://schemas.microsoft.com/office/drawing/2014/main" id="{4ABA7571-3652-2332-D277-A8EAA9644699}"/>
              </a:ext>
            </a:extLst>
          </p:cNvPr>
          <p:cNvSpPr txBox="1">
            <a:spLocks noGrp="1" noRot="1" noMove="1" noResize="1" noEditPoints="1" noAdjustHandles="1" noChangeArrowheads="1" noChangeShapeType="1"/>
          </p:cNvSpPr>
          <p:nvPr/>
        </p:nvSpPr>
        <p:spPr>
          <a:xfrm>
            <a:off x="6258455" y="6058173"/>
            <a:ext cx="5310907" cy="500009"/>
          </a:xfrm>
          <a:prstGeom prst="rect">
            <a:avLst/>
          </a:prstGeom>
        </p:spPr>
        <p:txBody>
          <a:bodyPr lIns="0" tIns="0" rIns="0" bIns="0" rtlCol="0" anchor="t">
            <a:spAutoFit/>
          </a:bodyPr>
          <a:lstStyle/>
          <a:p>
            <a:pPr algn="l">
              <a:lnSpc>
                <a:spcPts val="750"/>
              </a:lnSpc>
            </a:pPr>
            <a:r>
              <a:rPr lang="en-US" sz="550" b="1" spc="3">
                <a:solidFill>
                  <a:srgbClr val="C1C6C7"/>
                </a:solidFill>
                <a:latin typeface="EH Normal Light" panose="00000500000000000000" pitchFamily="50" charset="0"/>
                <a:cs typeface="Arial" panose="020B0604020202020204" pitchFamily="34" charset="0"/>
              </a:rPr>
              <a:t>CONFIDENTIAL </a:t>
            </a:r>
          </a:p>
          <a:p>
            <a:pPr algn="l">
              <a:lnSpc>
                <a:spcPts val="750"/>
              </a:lnSpc>
            </a:pPr>
            <a:r>
              <a:rPr lang="en-US" sz="550" spc="3">
                <a:solidFill>
                  <a:srgbClr val="C1C6C7"/>
                </a:solidFill>
                <a:latin typeface="EH Normal Light" panose="00000500000000000000" pitchFamily="50" charset="0"/>
                <a:cs typeface="Arial" panose="020B0604020202020204" pitchFamily="34" charset="0"/>
              </a:rPr>
              <a:t>This document is for internal use only. The information contained within the body is the sole property of Cosmax and serves the purpose of guidance and reference purposes only. Cosmax makes no representations or warranties regarding the efficacy or completeness of the information contained herein, and assumes no liability in relation to the information or its use. All recipients of this document, acknowledge and accept responsibility for complying with all packaging, product testing, and ensuring that all products comply with all relevant laws and regulations.</a:t>
            </a:r>
          </a:p>
        </p:txBody>
      </p:sp>
      <p:sp>
        <p:nvSpPr>
          <p:cNvPr id="43" name="텍스트 개체 틀 42">
            <a:extLst>
              <a:ext uri="{FF2B5EF4-FFF2-40B4-BE49-F238E27FC236}">
                <a16:creationId xmlns:a16="http://schemas.microsoft.com/office/drawing/2014/main" id="{F3D20A4D-DE62-A738-8A06-121BFEBE54E7}"/>
              </a:ext>
            </a:extLst>
          </p:cNvPr>
          <p:cNvSpPr>
            <a:spLocks noGrp="1"/>
          </p:cNvSpPr>
          <p:nvPr>
            <p:ph type="body" sz="quarter" idx="11" hasCustomPrompt="1"/>
          </p:nvPr>
        </p:nvSpPr>
        <p:spPr>
          <a:xfrm>
            <a:off x="481013" y="4305300"/>
            <a:ext cx="3100388" cy="311150"/>
          </a:xfrm>
          <a:prstGeom prst="rect">
            <a:avLst/>
          </a:prstGeom>
        </p:spPr>
        <p:txBody>
          <a:bodyPr>
            <a:normAutofit/>
          </a:bodyPr>
          <a:lstStyle>
            <a:lvl1pPr marL="0" indent="0">
              <a:buNone/>
              <a:defRPr sz="1500"/>
            </a:lvl1pPr>
          </a:lstStyle>
          <a:p>
            <a:pPr lvl="0"/>
            <a:r>
              <a:rPr lang="en-US" altLang="ko-KR"/>
              <a:t>Prepared for</a:t>
            </a:r>
            <a:endParaRPr lang="ko-KR" altLang="en-US"/>
          </a:p>
        </p:txBody>
      </p:sp>
      <p:sp>
        <p:nvSpPr>
          <p:cNvPr id="55" name="텍스트 개체 틀 54">
            <a:extLst>
              <a:ext uri="{FF2B5EF4-FFF2-40B4-BE49-F238E27FC236}">
                <a16:creationId xmlns:a16="http://schemas.microsoft.com/office/drawing/2014/main" id="{F812F9C4-B389-4AF3-DF28-BCB1BF64C01D}"/>
              </a:ext>
            </a:extLst>
          </p:cNvPr>
          <p:cNvSpPr>
            <a:spLocks noGrp="1"/>
          </p:cNvSpPr>
          <p:nvPr>
            <p:ph type="body" sz="quarter" idx="12" hasCustomPrompt="1"/>
          </p:nvPr>
        </p:nvSpPr>
        <p:spPr>
          <a:xfrm>
            <a:off x="481013" y="2298881"/>
            <a:ext cx="5157788" cy="1591469"/>
          </a:xfrm>
          <a:prstGeom prst="rect">
            <a:avLst/>
          </a:prstGeom>
        </p:spPr>
        <p:txBody>
          <a:bodyPr anchor="ctr"/>
          <a:lstStyle>
            <a:lvl1pPr marL="0" indent="0">
              <a:buNone/>
              <a:defRPr sz="4450"/>
            </a:lvl1pPr>
            <a:lvl2pPr>
              <a:defRPr sz="4450"/>
            </a:lvl2pPr>
            <a:lvl3pPr>
              <a:defRPr sz="4450"/>
            </a:lvl3pPr>
            <a:lvl4pPr>
              <a:defRPr sz="4450"/>
            </a:lvl4pPr>
            <a:lvl5pPr>
              <a:defRPr sz="4450"/>
            </a:lvl5pPr>
          </a:lstStyle>
          <a:p>
            <a:pPr lvl="0"/>
            <a:r>
              <a:rPr lang="en-US" altLang="ko-KR"/>
              <a:t>Document Title</a:t>
            </a:r>
            <a:endParaRPr lang="ko-KR" altLang="en-US"/>
          </a:p>
        </p:txBody>
      </p:sp>
      <p:cxnSp>
        <p:nvCxnSpPr>
          <p:cNvPr id="38" name="Straight Connector 8">
            <a:extLst>
              <a:ext uri="{FF2B5EF4-FFF2-40B4-BE49-F238E27FC236}">
                <a16:creationId xmlns:a16="http://schemas.microsoft.com/office/drawing/2014/main" id="{5920BE86-5ADB-15C9-2F75-1F364BEEE514}"/>
              </a:ext>
            </a:extLst>
          </p:cNvPr>
          <p:cNvCxnSpPr>
            <a:cxnSpLocks noGrp="1" noRot="1" noMove="1" noResize="1" noEditPoints="1" noAdjustHandles="1" noChangeArrowheads="1" noChangeShapeType="1"/>
          </p:cNvCxnSpPr>
          <p:nvPr/>
        </p:nvCxnSpPr>
        <p:spPr>
          <a:xfrm>
            <a:off x="288000" y="315914"/>
            <a:ext cx="0" cy="6228000"/>
          </a:xfrm>
          <a:prstGeom prst="line">
            <a:avLst/>
          </a:prstGeom>
          <a:noFill/>
          <a:ln w="6350" cap="flat" cmpd="sng" algn="ctr">
            <a:solidFill>
              <a:srgbClr val="000000"/>
            </a:solidFill>
            <a:prstDash val="solid"/>
            <a:miter lim="800000"/>
          </a:ln>
          <a:effectLst/>
        </p:spPr>
      </p:cxnSp>
      <p:cxnSp>
        <p:nvCxnSpPr>
          <p:cNvPr id="40" name="Straight Connector 11">
            <a:extLst>
              <a:ext uri="{FF2B5EF4-FFF2-40B4-BE49-F238E27FC236}">
                <a16:creationId xmlns:a16="http://schemas.microsoft.com/office/drawing/2014/main" id="{56A39666-499A-0F17-74AE-0EEDB9BD6337}"/>
              </a:ext>
            </a:extLst>
          </p:cNvPr>
          <p:cNvCxnSpPr>
            <a:cxnSpLocks noGrp="1" noRot="1" noMove="1" noResize="1" noEditPoints="1" noAdjustHandles="1" noChangeArrowheads="1" noChangeShapeType="1"/>
          </p:cNvCxnSpPr>
          <p:nvPr/>
        </p:nvCxnSpPr>
        <p:spPr>
          <a:xfrm>
            <a:off x="6096000" y="316800"/>
            <a:ext cx="0" cy="6228000"/>
          </a:xfrm>
          <a:prstGeom prst="line">
            <a:avLst/>
          </a:prstGeom>
          <a:noFill/>
          <a:ln w="6350" cap="flat" cmpd="sng" algn="ctr">
            <a:solidFill>
              <a:srgbClr val="000000"/>
            </a:solidFill>
            <a:prstDash val="solid"/>
            <a:miter lim="800000"/>
          </a:ln>
          <a:effectLst/>
        </p:spPr>
      </p:cxnSp>
      <p:cxnSp>
        <p:nvCxnSpPr>
          <p:cNvPr id="3" name="Straight Connector 11">
            <a:extLst>
              <a:ext uri="{FF2B5EF4-FFF2-40B4-BE49-F238E27FC236}">
                <a16:creationId xmlns:a16="http://schemas.microsoft.com/office/drawing/2014/main" id="{8B3CC700-E6EC-96D4-74DC-D7FC40EF5470}"/>
              </a:ext>
            </a:extLst>
          </p:cNvPr>
          <p:cNvCxnSpPr/>
          <p:nvPr/>
        </p:nvCxnSpPr>
        <p:spPr>
          <a:xfrm>
            <a:off x="6096000" y="316800"/>
            <a:ext cx="0" cy="6228000"/>
          </a:xfrm>
          <a:prstGeom prst="line">
            <a:avLst/>
          </a:prstGeom>
          <a:noFill/>
          <a:ln w="6350" cap="flat" cmpd="sng" algn="ctr">
            <a:solidFill>
              <a:srgbClr val="000000"/>
            </a:solidFill>
            <a:prstDash val="solid"/>
            <a:miter lim="800000"/>
          </a:ln>
          <a:effectLst/>
        </p:spPr>
      </p:cxnSp>
      <p:cxnSp>
        <p:nvCxnSpPr>
          <p:cNvPr id="49" name="Straight Connector 10">
            <a:extLst>
              <a:ext uri="{FF2B5EF4-FFF2-40B4-BE49-F238E27FC236}">
                <a16:creationId xmlns:a16="http://schemas.microsoft.com/office/drawing/2014/main" id="{4C8F120E-D6C5-FE62-01D1-E38C83A3BF64}"/>
              </a:ext>
            </a:extLst>
          </p:cNvPr>
          <p:cNvCxnSpPr/>
          <p:nvPr userDrawn="1"/>
        </p:nvCxnSpPr>
        <p:spPr>
          <a:xfrm>
            <a:off x="11745543" y="4039644"/>
            <a:ext cx="0" cy="2505156"/>
          </a:xfrm>
          <a:prstGeom prst="line">
            <a:avLst/>
          </a:prstGeom>
          <a:noFill/>
          <a:ln w="6350" cap="flat" cmpd="sng" algn="ctr">
            <a:solidFill>
              <a:srgbClr val="000000"/>
            </a:solidFill>
            <a:prstDash val="solid"/>
            <a:miter lim="800000"/>
          </a:ln>
          <a:effectLst/>
        </p:spPr>
      </p:cxnSp>
      <p:grpSp>
        <p:nvGrpSpPr>
          <p:cNvPr id="50" name="그룹 49">
            <a:extLst>
              <a:ext uri="{FF2B5EF4-FFF2-40B4-BE49-F238E27FC236}">
                <a16:creationId xmlns:a16="http://schemas.microsoft.com/office/drawing/2014/main" id="{14D15BFB-DC03-7EA9-5A6A-7A12B532B5D8}"/>
              </a:ext>
            </a:extLst>
          </p:cNvPr>
          <p:cNvGrpSpPr/>
          <p:nvPr userDrawn="1"/>
        </p:nvGrpSpPr>
        <p:grpSpPr>
          <a:xfrm>
            <a:off x="11560834" y="313200"/>
            <a:ext cx="382686" cy="3588388"/>
            <a:chOff x="23119413" y="603923"/>
            <a:chExt cx="729263" cy="6838197"/>
          </a:xfrm>
        </p:grpSpPr>
        <p:grpSp>
          <p:nvGrpSpPr>
            <p:cNvPr id="51" name="Group 8">
              <a:extLst>
                <a:ext uri="{FF2B5EF4-FFF2-40B4-BE49-F238E27FC236}">
                  <a16:creationId xmlns:a16="http://schemas.microsoft.com/office/drawing/2014/main" id="{B715607D-76F0-60EF-7E6B-80EB187EBC88}"/>
                </a:ext>
              </a:extLst>
            </p:cNvPr>
            <p:cNvGrpSpPr/>
            <p:nvPr/>
          </p:nvGrpSpPr>
          <p:grpSpPr>
            <a:xfrm>
              <a:off x="23182774" y="3410712"/>
              <a:ext cx="606809" cy="593455"/>
              <a:chOff x="0" y="0"/>
              <a:chExt cx="606806" cy="593458"/>
            </a:xfrm>
          </p:grpSpPr>
          <p:sp>
            <p:nvSpPr>
              <p:cNvPr id="70" name="Freeform 9">
                <a:extLst>
                  <a:ext uri="{FF2B5EF4-FFF2-40B4-BE49-F238E27FC236}">
                    <a16:creationId xmlns:a16="http://schemas.microsoft.com/office/drawing/2014/main" id="{EFC0F9C7-1BD5-952F-3847-2A1CE67A9720}"/>
                  </a:ext>
                </a:extLst>
              </p:cNvPr>
              <p:cNvSpPr/>
              <p:nvPr/>
            </p:nvSpPr>
            <p:spPr>
              <a:xfrm>
                <a:off x="0" y="0"/>
                <a:ext cx="606679" cy="593471"/>
              </a:xfrm>
              <a:custGeom>
                <a:avLst/>
                <a:gdLst/>
                <a:ahLst/>
                <a:cxnLst/>
                <a:rect l="l" t="t" r="r" b="b"/>
                <a:pathLst>
                  <a:path w="606679" h="593471">
                    <a:moveTo>
                      <a:pt x="605790" y="13589"/>
                    </a:moveTo>
                    <a:lnTo>
                      <a:pt x="605536" y="13335"/>
                    </a:lnTo>
                    <a:lnTo>
                      <a:pt x="605155" y="12954"/>
                    </a:lnTo>
                    <a:cubicBezTo>
                      <a:pt x="596265" y="4953"/>
                      <a:pt x="584581" y="0"/>
                      <a:pt x="571627" y="0"/>
                    </a:cubicBezTo>
                    <a:lnTo>
                      <a:pt x="475107" y="0"/>
                    </a:lnTo>
                    <a:cubicBezTo>
                      <a:pt x="473837" y="0"/>
                      <a:pt x="472567" y="254"/>
                      <a:pt x="471297" y="508"/>
                    </a:cubicBezTo>
                    <a:lnTo>
                      <a:pt x="462661" y="4953"/>
                    </a:lnTo>
                    <a:lnTo>
                      <a:pt x="460629" y="9525"/>
                    </a:lnTo>
                    <a:lnTo>
                      <a:pt x="460502" y="9652"/>
                    </a:lnTo>
                    <a:lnTo>
                      <a:pt x="457962" y="15367"/>
                    </a:lnTo>
                    <a:lnTo>
                      <a:pt x="457835" y="15494"/>
                    </a:lnTo>
                    <a:lnTo>
                      <a:pt x="455168" y="21336"/>
                    </a:lnTo>
                    <a:lnTo>
                      <a:pt x="454660" y="22479"/>
                    </a:lnTo>
                    <a:lnTo>
                      <a:pt x="304800" y="360807"/>
                    </a:lnTo>
                    <a:cubicBezTo>
                      <a:pt x="304546" y="361315"/>
                      <a:pt x="304038" y="361569"/>
                      <a:pt x="303403" y="361569"/>
                    </a:cubicBezTo>
                    <a:lnTo>
                      <a:pt x="302260" y="361188"/>
                    </a:lnTo>
                    <a:lnTo>
                      <a:pt x="301752" y="360299"/>
                    </a:lnTo>
                    <a:lnTo>
                      <a:pt x="153162" y="24765"/>
                    </a:lnTo>
                    <a:cubicBezTo>
                      <a:pt x="151638" y="21336"/>
                      <a:pt x="149860" y="17526"/>
                      <a:pt x="148971" y="15621"/>
                    </a:cubicBezTo>
                    <a:lnTo>
                      <a:pt x="148844" y="15367"/>
                    </a:lnTo>
                    <a:lnTo>
                      <a:pt x="146304" y="9652"/>
                    </a:lnTo>
                    <a:lnTo>
                      <a:pt x="146177" y="9525"/>
                    </a:lnTo>
                    <a:lnTo>
                      <a:pt x="146050" y="9271"/>
                    </a:lnTo>
                    <a:lnTo>
                      <a:pt x="146050" y="9271"/>
                    </a:lnTo>
                    <a:lnTo>
                      <a:pt x="140208" y="1651"/>
                    </a:lnTo>
                    <a:lnTo>
                      <a:pt x="132969" y="0"/>
                    </a:lnTo>
                    <a:lnTo>
                      <a:pt x="35179" y="0"/>
                    </a:lnTo>
                    <a:cubicBezTo>
                      <a:pt x="22225" y="0"/>
                      <a:pt x="10541" y="4953"/>
                      <a:pt x="1651" y="12954"/>
                    </a:cubicBezTo>
                    <a:lnTo>
                      <a:pt x="1397" y="13208"/>
                    </a:lnTo>
                    <a:lnTo>
                      <a:pt x="1143" y="13462"/>
                    </a:lnTo>
                    <a:lnTo>
                      <a:pt x="0" y="15240"/>
                    </a:lnTo>
                    <a:lnTo>
                      <a:pt x="1397" y="19939"/>
                    </a:lnTo>
                    <a:lnTo>
                      <a:pt x="3429" y="20447"/>
                    </a:lnTo>
                    <a:lnTo>
                      <a:pt x="3683" y="20447"/>
                    </a:lnTo>
                    <a:lnTo>
                      <a:pt x="4064" y="20447"/>
                    </a:lnTo>
                    <a:lnTo>
                      <a:pt x="18034" y="24130"/>
                    </a:lnTo>
                    <a:cubicBezTo>
                      <a:pt x="30734" y="35052"/>
                      <a:pt x="35433" y="44450"/>
                      <a:pt x="35433" y="54991"/>
                    </a:cubicBezTo>
                    <a:lnTo>
                      <a:pt x="35433" y="593471"/>
                    </a:lnTo>
                    <a:lnTo>
                      <a:pt x="134620" y="593471"/>
                    </a:lnTo>
                    <a:cubicBezTo>
                      <a:pt x="135636" y="593471"/>
                      <a:pt x="136525" y="592709"/>
                      <a:pt x="136525" y="591693"/>
                    </a:cubicBezTo>
                    <a:lnTo>
                      <a:pt x="136525" y="220599"/>
                    </a:lnTo>
                    <a:cubicBezTo>
                      <a:pt x="147066" y="242443"/>
                      <a:pt x="301879" y="592201"/>
                      <a:pt x="301879" y="592201"/>
                    </a:cubicBezTo>
                    <a:lnTo>
                      <a:pt x="302133" y="592709"/>
                    </a:lnTo>
                    <a:lnTo>
                      <a:pt x="302895" y="593471"/>
                    </a:lnTo>
                    <a:lnTo>
                      <a:pt x="304546" y="593090"/>
                    </a:lnTo>
                    <a:lnTo>
                      <a:pt x="305054" y="592201"/>
                    </a:lnTo>
                    <a:cubicBezTo>
                      <a:pt x="305054" y="592201"/>
                      <a:pt x="459867" y="242443"/>
                      <a:pt x="470408" y="220599"/>
                    </a:cubicBezTo>
                    <a:lnTo>
                      <a:pt x="470408" y="591693"/>
                    </a:lnTo>
                    <a:cubicBezTo>
                      <a:pt x="470408" y="592709"/>
                      <a:pt x="471297" y="593471"/>
                      <a:pt x="472313" y="593471"/>
                    </a:cubicBezTo>
                    <a:lnTo>
                      <a:pt x="571500" y="593471"/>
                    </a:lnTo>
                    <a:lnTo>
                      <a:pt x="571500" y="55118"/>
                    </a:lnTo>
                    <a:cubicBezTo>
                      <a:pt x="571500" y="44577"/>
                      <a:pt x="576199" y="35052"/>
                      <a:pt x="583565" y="28702"/>
                    </a:cubicBezTo>
                    <a:lnTo>
                      <a:pt x="595503" y="21209"/>
                    </a:lnTo>
                    <a:lnTo>
                      <a:pt x="602996" y="20447"/>
                    </a:lnTo>
                    <a:lnTo>
                      <a:pt x="603123" y="20447"/>
                    </a:lnTo>
                    <a:lnTo>
                      <a:pt x="603377" y="20447"/>
                    </a:lnTo>
                    <a:lnTo>
                      <a:pt x="606679" y="18288"/>
                    </a:lnTo>
                    <a:lnTo>
                      <a:pt x="606298" y="14351"/>
                    </a:lnTo>
                  </a:path>
                </a:pathLst>
              </a:custGeom>
              <a:solidFill>
                <a:srgbClr val="000000"/>
              </a:solidFill>
            </p:spPr>
            <p:txBody>
              <a:bodyPr/>
              <a:lstStyle/>
              <a:p>
                <a:endParaRPr lang="ko-KR" altLang="en-US"/>
              </a:p>
            </p:txBody>
          </p:sp>
        </p:grpSp>
        <p:grpSp>
          <p:nvGrpSpPr>
            <p:cNvPr id="52" name="Group 10">
              <a:extLst>
                <a:ext uri="{FF2B5EF4-FFF2-40B4-BE49-F238E27FC236}">
                  <a16:creationId xmlns:a16="http://schemas.microsoft.com/office/drawing/2014/main" id="{E12208F4-3A01-9113-FFEF-C66FE5878A38}"/>
                </a:ext>
              </a:extLst>
            </p:cNvPr>
            <p:cNvGrpSpPr/>
            <p:nvPr/>
          </p:nvGrpSpPr>
          <p:grpSpPr>
            <a:xfrm>
              <a:off x="23189260" y="1532573"/>
              <a:ext cx="593817" cy="633012"/>
              <a:chOff x="0" y="0"/>
              <a:chExt cx="593814" cy="633019"/>
            </a:xfrm>
          </p:grpSpPr>
          <p:sp>
            <p:nvSpPr>
              <p:cNvPr id="69" name="Freeform 11">
                <a:extLst>
                  <a:ext uri="{FF2B5EF4-FFF2-40B4-BE49-F238E27FC236}">
                    <a16:creationId xmlns:a16="http://schemas.microsoft.com/office/drawing/2014/main" id="{D3D761D5-51C3-1DA7-955C-37BA2A7998B4}"/>
                  </a:ext>
                </a:extLst>
              </p:cNvPr>
              <p:cNvSpPr/>
              <p:nvPr/>
            </p:nvSpPr>
            <p:spPr>
              <a:xfrm>
                <a:off x="0" y="0"/>
                <a:ext cx="593852" cy="632968"/>
              </a:xfrm>
              <a:custGeom>
                <a:avLst/>
                <a:gdLst/>
                <a:ahLst/>
                <a:cxnLst/>
                <a:rect l="l" t="t" r="r" b="b"/>
                <a:pathLst>
                  <a:path w="593852" h="632968">
                    <a:moveTo>
                      <a:pt x="296926" y="137414"/>
                    </a:moveTo>
                    <a:cubicBezTo>
                      <a:pt x="406654" y="137414"/>
                      <a:pt x="495554" y="226314"/>
                      <a:pt x="495554" y="336042"/>
                    </a:cubicBezTo>
                    <a:cubicBezTo>
                      <a:pt x="495554" y="445770"/>
                      <a:pt x="406654" y="534670"/>
                      <a:pt x="296926" y="534670"/>
                    </a:cubicBezTo>
                    <a:cubicBezTo>
                      <a:pt x="187198" y="534670"/>
                      <a:pt x="98298" y="445770"/>
                      <a:pt x="98298" y="336042"/>
                    </a:cubicBezTo>
                    <a:cubicBezTo>
                      <a:pt x="98298" y="226314"/>
                      <a:pt x="187198" y="137414"/>
                      <a:pt x="296926" y="137414"/>
                    </a:cubicBezTo>
                    <a:moveTo>
                      <a:pt x="296926" y="632968"/>
                    </a:moveTo>
                    <a:cubicBezTo>
                      <a:pt x="460883" y="632968"/>
                      <a:pt x="593852" y="499999"/>
                      <a:pt x="593852" y="336042"/>
                    </a:cubicBezTo>
                    <a:cubicBezTo>
                      <a:pt x="593852" y="196088"/>
                      <a:pt x="497078" y="78867"/>
                      <a:pt x="366776" y="47371"/>
                    </a:cubicBezTo>
                    <a:lnTo>
                      <a:pt x="366776" y="26543"/>
                    </a:lnTo>
                    <a:cubicBezTo>
                      <a:pt x="366776" y="11811"/>
                      <a:pt x="354838" y="0"/>
                      <a:pt x="340233" y="0"/>
                    </a:cubicBezTo>
                    <a:lnTo>
                      <a:pt x="256794" y="0"/>
                    </a:lnTo>
                    <a:cubicBezTo>
                      <a:pt x="243713" y="0"/>
                      <a:pt x="231902" y="4953"/>
                      <a:pt x="223012" y="13081"/>
                    </a:cubicBezTo>
                    <a:lnTo>
                      <a:pt x="222758" y="13335"/>
                    </a:lnTo>
                    <a:lnTo>
                      <a:pt x="221488" y="15113"/>
                    </a:lnTo>
                    <a:lnTo>
                      <a:pt x="222758" y="19558"/>
                    </a:lnTo>
                    <a:lnTo>
                      <a:pt x="224790" y="20193"/>
                    </a:lnTo>
                    <a:cubicBezTo>
                      <a:pt x="232918" y="22098"/>
                      <a:pt x="239903" y="26670"/>
                      <a:pt x="244729" y="33020"/>
                    </a:cubicBezTo>
                    <a:lnTo>
                      <a:pt x="245491" y="34036"/>
                    </a:lnTo>
                    <a:lnTo>
                      <a:pt x="246253" y="35179"/>
                    </a:lnTo>
                    <a:lnTo>
                      <a:pt x="246761" y="36957"/>
                    </a:lnTo>
                    <a:lnTo>
                      <a:pt x="244475" y="43688"/>
                    </a:lnTo>
                    <a:lnTo>
                      <a:pt x="241300" y="44323"/>
                    </a:lnTo>
                    <a:lnTo>
                      <a:pt x="217424" y="49911"/>
                    </a:lnTo>
                    <a:cubicBezTo>
                      <a:pt x="91948" y="84836"/>
                      <a:pt x="0" y="199644"/>
                      <a:pt x="0" y="336169"/>
                    </a:cubicBezTo>
                    <a:cubicBezTo>
                      <a:pt x="0" y="500126"/>
                      <a:pt x="132969" y="632968"/>
                      <a:pt x="296926" y="632968"/>
                    </a:cubicBezTo>
                  </a:path>
                </a:pathLst>
              </a:custGeom>
              <a:solidFill>
                <a:srgbClr val="000000"/>
              </a:solidFill>
            </p:spPr>
            <p:txBody>
              <a:bodyPr/>
              <a:lstStyle/>
              <a:p>
                <a:endParaRPr lang="ko-KR" altLang="en-US"/>
              </a:p>
            </p:txBody>
          </p:sp>
        </p:grpSp>
        <p:grpSp>
          <p:nvGrpSpPr>
            <p:cNvPr id="53" name="Group 12">
              <a:extLst>
                <a:ext uri="{FF2B5EF4-FFF2-40B4-BE49-F238E27FC236}">
                  <a16:creationId xmlns:a16="http://schemas.microsoft.com/office/drawing/2014/main" id="{5C85E065-8A27-7B6A-4911-E6BB61E5DC5F}"/>
                </a:ext>
              </a:extLst>
            </p:cNvPr>
            <p:cNvGrpSpPr/>
            <p:nvPr/>
          </p:nvGrpSpPr>
          <p:grpSpPr>
            <a:xfrm>
              <a:off x="23189260" y="603923"/>
              <a:ext cx="538953" cy="612143"/>
              <a:chOff x="0" y="0"/>
              <a:chExt cx="538950" cy="612140"/>
            </a:xfrm>
          </p:grpSpPr>
          <p:sp>
            <p:nvSpPr>
              <p:cNvPr id="68" name="Freeform 13">
                <a:extLst>
                  <a:ext uri="{FF2B5EF4-FFF2-40B4-BE49-F238E27FC236}">
                    <a16:creationId xmlns:a16="http://schemas.microsoft.com/office/drawing/2014/main" id="{DF1FA4A2-33C6-EF67-2D81-9709F5BA10EF}"/>
                  </a:ext>
                </a:extLst>
              </p:cNvPr>
              <p:cNvSpPr/>
              <p:nvPr/>
            </p:nvSpPr>
            <p:spPr>
              <a:xfrm>
                <a:off x="0" y="0"/>
                <a:ext cx="538988" cy="612140"/>
              </a:xfrm>
              <a:custGeom>
                <a:avLst/>
                <a:gdLst/>
                <a:ahLst/>
                <a:cxnLst/>
                <a:rect l="l" t="t" r="r" b="b"/>
                <a:pathLst>
                  <a:path w="538988" h="612140">
                    <a:moveTo>
                      <a:pt x="306070" y="612140"/>
                    </a:moveTo>
                    <a:cubicBezTo>
                      <a:pt x="375158" y="612140"/>
                      <a:pt x="438912" y="589153"/>
                      <a:pt x="490220" y="550545"/>
                    </a:cubicBezTo>
                    <a:lnTo>
                      <a:pt x="538988" y="504698"/>
                    </a:lnTo>
                    <a:lnTo>
                      <a:pt x="490220" y="408051"/>
                    </a:lnTo>
                    <a:cubicBezTo>
                      <a:pt x="489839" y="407543"/>
                      <a:pt x="489331" y="407162"/>
                      <a:pt x="488696" y="407162"/>
                    </a:cubicBezTo>
                    <a:lnTo>
                      <a:pt x="487299" y="407670"/>
                    </a:lnTo>
                    <a:lnTo>
                      <a:pt x="486918" y="408305"/>
                    </a:lnTo>
                    <a:cubicBezTo>
                      <a:pt x="471424" y="435610"/>
                      <a:pt x="449834" y="459105"/>
                      <a:pt x="424180" y="477012"/>
                    </a:cubicBezTo>
                    <a:cubicBezTo>
                      <a:pt x="390652" y="500253"/>
                      <a:pt x="350012" y="513842"/>
                      <a:pt x="306197" y="513842"/>
                    </a:cubicBezTo>
                    <a:cubicBezTo>
                      <a:pt x="191516" y="513842"/>
                      <a:pt x="98552" y="420878"/>
                      <a:pt x="98552" y="306197"/>
                    </a:cubicBezTo>
                    <a:cubicBezTo>
                      <a:pt x="98552" y="191516"/>
                      <a:pt x="191389" y="98425"/>
                      <a:pt x="306070" y="98425"/>
                    </a:cubicBezTo>
                    <a:cubicBezTo>
                      <a:pt x="336296" y="98425"/>
                      <a:pt x="364871" y="105029"/>
                      <a:pt x="390906" y="116586"/>
                    </a:cubicBezTo>
                    <a:cubicBezTo>
                      <a:pt x="419862" y="129540"/>
                      <a:pt x="445262" y="148971"/>
                      <a:pt x="465328" y="172974"/>
                    </a:cubicBezTo>
                    <a:lnTo>
                      <a:pt x="466344" y="174371"/>
                    </a:lnTo>
                    <a:lnTo>
                      <a:pt x="473710" y="179578"/>
                    </a:lnTo>
                    <a:cubicBezTo>
                      <a:pt x="483870" y="179578"/>
                      <a:pt x="488823" y="176530"/>
                      <a:pt x="491617" y="171958"/>
                    </a:cubicBezTo>
                    <a:lnTo>
                      <a:pt x="492760" y="169672"/>
                    </a:lnTo>
                    <a:lnTo>
                      <a:pt x="532892" y="89916"/>
                    </a:lnTo>
                    <a:cubicBezTo>
                      <a:pt x="536702" y="82931"/>
                      <a:pt x="538861" y="74803"/>
                      <a:pt x="538861" y="66294"/>
                    </a:cubicBezTo>
                    <a:lnTo>
                      <a:pt x="538607" y="60833"/>
                    </a:lnTo>
                    <a:lnTo>
                      <a:pt x="538099" y="57785"/>
                    </a:lnTo>
                    <a:lnTo>
                      <a:pt x="536067" y="54483"/>
                    </a:lnTo>
                    <a:lnTo>
                      <a:pt x="532257" y="54864"/>
                    </a:lnTo>
                    <a:lnTo>
                      <a:pt x="531241" y="55626"/>
                    </a:lnTo>
                    <a:cubicBezTo>
                      <a:pt x="525018" y="61214"/>
                      <a:pt x="516890" y="64643"/>
                      <a:pt x="508000" y="64643"/>
                    </a:cubicBezTo>
                    <a:lnTo>
                      <a:pt x="498729" y="63500"/>
                    </a:lnTo>
                    <a:cubicBezTo>
                      <a:pt x="487299" y="59436"/>
                      <a:pt x="467487" y="45974"/>
                      <a:pt x="458724" y="40894"/>
                    </a:cubicBezTo>
                    <a:lnTo>
                      <a:pt x="452247" y="37338"/>
                    </a:lnTo>
                    <a:cubicBezTo>
                      <a:pt x="406400" y="12827"/>
                      <a:pt x="357759" y="0"/>
                      <a:pt x="306070" y="0"/>
                    </a:cubicBezTo>
                    <a:cubicBezTo>
                      <a:pt x="137033" y="0"/>
                      <a:pt x="0" y="137033"/>
                      <a:pt x="0" y="306070"/>
                    </a:cubicBezTo>
                    <a:cubicBezTo>
                      <a:pt x="0" y="475107"/>
                      <a:pt x="137033" y="612140"/>
                      <a:pt x="306070" y="612140"/>
                    </a:cubicBezTo>
                  </a:path>
                </a:pathLst>
              </a:custGeom>
              <a:solidFill>
                <a:srgbClr val="000000"/>
              </a:solidFill>
            </p:spPr>
            <p:txBody>
              <a:bodyPr/>
              <a:lstStyle/>
              <a:p>
                <a:endParaRPr lang="ko-KR" altLang="en-US"/>
              </a:p>
            </p:txBody>
          </p:sp>
        </p:grpSp>
        <p:grpSp>
          <p:nvGrpSpPr>
            <p:cNvPr id="54" name="Group 14">
              <a:extLst>
                <a:ext uri="{FF2B5EF4-FFF2-40B4-BE49-F238E27FC236}">
                  <a16:creationId xmlns:a16="http://schemas.microsoft.com/office/drawing/2014/main" id="{F81D14E7-3A8B-3B9F-8B27-61D4D48D2C0D}"/>
                </a:ext>
              </a:extLst>
            </p:cNvPr>
            <p:cNvGrpSpPr/>
            <p:nvPr/>
          </p:nvGrpSpPr>
          <p:grpSpPr>
            <a:xfrm>
              <a:off x="23189270" y="5230654"/>
              <a:ext cx="593798" cy="593569"/>
              <a:chOff x="0" y="0"/>
              <a:chExt cx="593801" cy="593573"/>
            </a:xfrm>
          </p:grpSpPr>
          <p:sp>
            <p:nvSpPr>
              <p:cNvPr id="67" name="Freeform 15">
                <a:extLst>
                  <a:ext uri="{FF2B5EF4-FFF2-40B4-BE49-F238E27FC236}">
                    <a16:creationId xmlns:a16="http://schemas.microsoft.com/office/drawing/2014/main" id="{B2075323-9E8A-1E79-6576-C795A353555F}"/>
                  </a:ext>
                </a:extLst>
              </p:cNvPr>
              <p:cNvSpPr/>
              <p:nvPr/>
            </p:nvSpPr>
            <p:spPr>
              <a:xfrm>
                <a:off x="0" y="0"/>
                <a:ext cx="593725" cy="593598"/>
              </a:xfrm>
              <a:custGeom>
                <a:avLst/>
                <a:gdLst/>
                <a:ahLst/>
                <a:cxnLst/>
                <a:rect l="l" t="t" r="r" b="b"/>
                <a:pathLst>
                  <a:path w="593725" h="593598">
                    <a:moveTo>
                      <a:pt x="522351" y="84582"/>
                    </a:moveTo>
                    <a:lnTo>
                      <a:pt x="523367" y="83312"/>
                    </a:lnTo>
                    <a:lnTo>
                      <a:pt x="561213" y="35560"/>
                    </a:lnTo>
                    <a:cubicBezTo>
                      <a:pt x="562229" y="33909"/>
                      <a:pt x="563499" y="32385"/>
                      <a:pt x="564769" y="30988"/>
                    </a:cubicBezTo>
                    <a:cubicBezTo>
                      <a:pt x="570992" y="24384"/>
                      <a:pt x="579755" y="20066"/>
                      <a:pt x="589534" y="19939"/>
                    </a:cubicBezTo>
                    <a:lnTo>
                      <a:pt x="589661" y="19939"/>
                    </a:lnTo>
                    <a:lnTo>
                      <a:pt x="590042" y="19939"/>
                    </a:lnTo>
                    <a:lnTo>
                      <a:pt x="590423" y="19812"/>
                    </a:lnTo>
                    <a:lnTo>
                      <a:pt x="593725" y="17653"/>
                    </a:lnTo>
                    <a:lnTo>
                      <a:pt x="593344" y="13843"/>
                    </a:lnTo>
                    <a:lnTo>
                      <a:pt x="591820" y="12192"/>
                    </a:lnTo>
                    <a:lnTo>
                      <a:pt x="590042" y="10795"/>
                    </a:lnTo>
                    <a:lnTo>
                      <a:pt x="588010" y="9271"/>
                    </a:lnTo>
                    <a:lnTo>
                      <a:pt x="586359" y="8128"/>
                    </a:lnTo>
                    <a:cubicBezTo>
                      <a:pt x="578358" y="2921"/>
                      <a:pt x="569214" y="0"/>
                      <a:pt x="559435" y="0"/>
                    </a:cubicBezTo>
                    <a:lnTo>
                      <a:pt x="486918" y="0"/>
                    </a:lnTo>
                    <a:cubicBezTo>
                      <a:pt x="476504" y="0"/>
                      <a:pt x="467106" y="4572"/>
                      <a:pt x="460756" y="11811"/>
                    </a:cubicBezTo>
                    <a:lnTo>
                      <a:pt x="296926" y="218694"/>
                    </a:lnTo>
                    <a:lnTo>
                      <a:pt x="132969" y="11811"/>
                    </a:lnTo>
                    <a:cubicBezTo>
                      <a:pt x="126619" y="4572"/>
                      <a:pt x="117348" y="0"/>
                      <a:pt x="106934" y="0"/>
                    </a:cubicBezTo>
                    <a:lnTo>
                      <a:pt x="34417" y="0"/>
                    </a:lnTo>
                    <a:cubicBezTo>
                      <a:pt x="24638" y="0"/>
                      <a:pt x="15494" y="2921"/>
                      <a:pt x="7747" y="7874"/>
                    </a:cubicBezTo>
                    <a:lnTo>
                      <a:pt x="6731" y="8382"/>
                    </a:lnTo>
                    <a:lnTo>
                      <a:pt x="4826" y="9779"/>
                    </a:lnTo>
                    <a:lnTo>
                      <a:pt x="2921" y="11303"/>
                    </a:lnTo>
                    <a:lnTo>
                      <a:pt x="1270" y="12700"/>
                    </a:lnTo>
                    <a:lnTo>
                      <a:pt x="0" y="14732"/>
                    </a:lnTo>
                    <a:lnTo>
                      <a:pt x="1397" y="19304"/>
                    </a:lnTo>
                    <a:lnTo>
                      <a:pt x="3429" y="19812"/>
                    </a:lnTo>
                    <a:lnTo>
                      <a:pt x="3937" y="19939"/>
                    </a:lnTo>
                    <a:lnTo>
                      <a:pt x="4318" y="19939"/>
                    </a:lnTo>
                    <a:cubicBezTo>
                      <a:pt x="14097" y="20193"/>
                      <a:pt x="22860" y="24384"/>
                      <a:pt x="29083" y="30988"/>
                    </a:cubicBezTo>
                    <a:lnTo>
                      <a:pt x="31623" y="33909"/>
                    </a:lnTo>
                    <a:lnTo>
                      <a:pt x="71501" y="84582"/>
                    </a:lnTo>
                    <a:lnTo>
                      <a:pt x="237236" y="294005"/>
                    </a:lnTo>
                    <a:lnTo>
                      <a:pt x="0" y="593598"/>
                    </a:lnTo>
                    <a:lnTo>
                      <a:pt x="118491" y="593598"/>
                    </a:lnTo>
                    <a:cubicBezTo>
                      <a:pt x="118872" y="593598"/>
                      <a:pt x="119253" y="593471"/>
                      <a:pt x="119634" y="593217"/>
                    </a:cubicBezTo>
                    <a:lnTo>
                      <a:pt x="119888" y="592836"/>
                    </a:lnTo>
                    <a:lnTo>
                      <a:pt x="296926" y="369189"/>
                    </a:lnTo>
                    <a:lnTo>
                      <a:pt x="474218" y="593090"/>
                    </a:lnTo>
                    <a:cubicBezTo>
                      <a:pt x="474472" y="593344"/>
                      <a:pt x="474980" y="593471"/>
                      <a:pt x="475361" y="593471"/>
                    </a:cubicBezTo>
                    <a:lnTo>
                      <a:pt x="593725" y="593471"/>
                    </a:lnTo>
                    <a:lnTo>
                      <a:pt x="356489" y="294005"/>
                    </a:lnTo>
                    <a:close/>
                  </a:path>
                </a:pathLst>
              </a:custGeom>
              <a:solidFill>
                <a:srgbClr val="000000"/>
              </a:solidFill>
            </p:spPr>
            <p:txBody>
              <a:bodyPr/>
              <a:lstStyle/>
              <a:p>
                <a:endParaRPr lang="ko-KR" altLang="en-US"/>
              </a:p>
            </p:txBody>
          </p:sp>
        </p:grpSp>
        <p:grpSp>
          <p:nvGrpSpPr>
            <p:cNvPr id="56" name="Group 16">
              <a:extLst>
                <a:ext uri="{FF2B5EF4-FFF2-40B4-BE49-F238E27FC236}">
                  <a16:creationId xmlns:a16="http://schemas.microsoft.com/office/drawing/2014/main" id="{A237F922-83A8-0074-88F7-C68790D7019D}"/>
                </a:ext>
              </a:extLst>
            </p:cNvPr>
            <p:cNvGrpSpPr/>
            <p:nvPr/>
          </p:nvGrpSpPr>
          <p:grpSpPr>
            <a:xfrm>
              <a:off x="23189270" y="4320664"/>
              <a:ext cx="593788" cy="593474"/>
              <a:chOff x="0" y="0"/>
              <a:chExt cx="593788" cy="593484"/>
            </a:xfrm>
          </p:grpSpPr>
          <p:sp>
            <p:nvSpPr>
              <p:cNvPr id="66" name="Freeform 17">
                <a:extLst>
                  <a:ext uri="{FF2B5EF4-FFF2-40B4-BE49-F238E27FC236}">
                    <a16:creationId xmlns:a16="http://schemas.microsoft.com/office/drawing/2014/main" id="{0A647A97-59C8-2396-B1CC-89C3996A6F26}"/>
                  </a:ext>
                </a:extLst>
              </p:cNvPr>
              <p:cNvSpPr/>
              <p:nvPr/>
            </p:nvSpPr>
            <p:spPr>
              <a:xfrm>
                <a:off x="0" y="0"/>
                <a:ext cx="593852" cy="593598"/>
              </a:xfrm>
              <a:custGeom>
                <a:avLst/>
                <a:gdLst/>
                <a:ahLst/>
                <a:cxnLst/>
                <a:rect l="l" t="t" r="r" b="b"/>
                <a:pathLst>
                  <a:path w="593852" h="593598">
                    <a:moveTo>
                      <a:pt x="231013" y="71120"/>
                    </a:moveTo>
                    <a:lnTo>
                      <a:pt x="229997" y="73533"/>
                    </a:lnTo>
                    <a:lnTo>
                      <a:pt x="0" y="593471"/>
                    </a:lnTo>
                    <a:lnTo>
                      <a:pt x="111125" y="593471"/>
                    </a:lnTo>
                    <a:cubicBezTo>
                      <a:pt x="111760" y="593471"/>
                      <a:pt x="112395" y="593090"/>
                      <a:pt x="112649" y="592582"/>
                    </a:cubicBezTo>
                    <a:lnTo>
                      <a:pt x="112776" y="592455"/>
                    </a:lnTo>
                    <a:lnTo>
                      <a:pt x="296926" y="176022"/>
                    </a:lnTo>
                    <a:lnTo>
                      <a:pt x="481203" y="592582"/>
                    </a:lnTo>
                    <a:cubicBezTo>
                      <a:pt x="481457" y="593217"/>
                      <a:pt x="482092" y="593598"/>
                      <a:pt x="482727" y="593598"/>
                    </a:cubicBezTo>
                    <a:lnTo>
                      <a:pt x="593852" y="593598"/>
                    </a:lnTo>
                    <a:lnTo>
                      <a:pt x="334899" y="8128"/>
                    </a:lnTo>
                    <a:cubicBezTo>
                      <a:pt x="332232" y="3302"/>
                      <a:pt x="327152" y="0"/>
                      <a:pt x="321183" y="0"/>
                    </a:cubicBezTo>
                    <a:lnTo>
                      <a:pt x="240792" y="0"/>
                    </a:lnTo>
                    <a:cubicBezTo>
                      <a:pt x="233680" y="0"/>
                      <a:pt x="226949" y="1397"/>
                      <a:pt x="220853" y="3937"/>
                    </a:cubicBezTo>
                    <a:lnTo>
                      <a:pt x="209677" y="9525"/>
                    </a:lnTo>
                    <a:lnTo>
                      <a:pt x="204851" y="13843"/>
                    </a:lnTo>
                    <a:lnTo>
                      <a:pt x="204470" y="14224"/>
                    </a:lnTo>
                    <a:lnTo>
                      <a:pt x="203454" y="16002"/>
                    </a:lnTo>
                    <a:lnTo>
                      <a:pt x="204724" y="20447"/>
                    </a:lnTo>
                    <a:lnTo>
                      <a:pt x="206629" y="21082"/>
                    </a:lnTo>
                    <a:lnTo>
                      <a:pt x="207137" y="21209"/>
                    </a:lnTo>
                    <a:cubicBezTo>
                      <a:pt x="223012" y="25019"/>
                      <a:pt x="234569" y="39116"/>
                      <a:pt x="234569" y="56007"/>
                    </a:cubicBezTo>
                    <a:lnTo>
                      <a:pt x="233680" y="65024"/>
                    </a:lnTo>
                    <a:lnTo>
                      <a:pt x="231394" y="70612"/>
                    </a:lnTo>
                  </a:path>
                </a:pathLst>
              </a:custGeom>
              <a:solidFill>
                <a:srgbClr val="000000"/>
              </a:solidFill>
            </p:spPr>
            <p:txBody>
              <a:bodyPr/>
              <a:lstStyle/>
              <a:p>
                <a:endParaRPr lang="ko-KR" altLang="en-US"/>
              </a:p>
            </p:txBody>
          </p:sp>
        </p:grpSp>
        <p:grpSp>
          <p:nvGrpSpPr>
            <p:cNvPr id="57" name="Group 18">
              <a:extLst>
                <a:ext uri="{FF2B5EF4-FFF2-40B4-BE49-F238E27FC236}">
                  <a16:creationId xmlns:a16="http://schemas.microsoft.com/office/drawing/2014/main" id="{EA91BD18-21A4-42D1-71CF-CF034552141B}"/>
                </a:ext>
              </a:extLst>
            </p:cNvPr>
            <p:cNvGrpSpPr/>
            <p:nvPr/>
          </p:nvGrpSpPr>
          <p:grpSpPr>
            <a:xfrm>
              <a:off x="23218207" y="2482072"/>
              <a:ext cx="535924" cy="612143"/>
              <a:chOff x="0" y="0"/>
              <a:chExt cx="535927" cy="612153"/>
            </a:xfrm>
          </p:grpSpPr>
          <p:sp>
            <p:nvSpPr>
              <p:cNvPr id="65" name="Freeform 19">
                <a:extLst>
                  <a:ext uri="{FF2B5EF4-FFF2-40B4-BE49-F238E27FC236}">
                    <a16:creationId xmlns:a16="http://schemas.microsoft.com/office/drawing/2014/main" id="{654625CD-892F-075A-1A94-A9C3C2AB96DD}"/>
                  </a:ext>
                </a:extLst>
              </p:cNvPr>
              <p:cNvSpPr/>
              <p:nvPr/>
            </p:nvSpPr>
            <p:spPr>
              <a:xfrm>
                <a:off x="-127" y="-26924"/>
                <a:ext cx="546989" cy="641604"/>
              </a:xfrm>
              <a:custGeom>
                <a:avLst/>
                <a:gdLst/>
                <a:ahLst/>
                <a:cxnLst/>
                <a:rect l="l" t="t" r="r" b="b"/>
                <a:pathLst>
                  <a:path w="546989" h="641604">
                    <a:moveTo>
                      <a:pt x="388239" y="520700"/>
                    </a:moveTo>
                    <a:cubicBezTo>
                      <a:pt x="370586" y="534924"/>
                      <a:pt x="349377" y="542417"/>
                      <a:pt x="327279" y="546481"/>
                    </a:cubicBezTo>
                    <a:lnTo>
                      <a:pt x="316611" y="548132"/>
                    </a:lnTo>
                    <a:lnTo>
                      <a:pt x="305181" y="549275"/>
                    </a:lnTo>
                    <a:cubicBezTo>
                      <a:pt x="251587" y="553974"/>
                      <a:pt x="210947" y="545211"/>
                      <a:pt x="190119" y="539115"/>
                    </a:cubicBezTo>
                    <a:cubicBezTo>
                      <a:pt x="190119" y="539115"/>
                      <a:pt x="177038" y="536194"/>
                      <a:pt x="159258" y="528955"/>
                    </a:cubicBezTo>
                    <a:lnTo>
                      <a:pt x="159131" y="528828"/>
                    </a:lnTo>
                    <a:lnTo>
                      <a:pt x="113157" y="502285"/>
                    </a:lnTo>
                    <a:cubicBezTo>
                      <a:pt x="107315" y="497713"/>
                      <a:pt x="101600" y="492887"/>
                      <a:pt x="95885" y="487553"/>
                    </a:cubicBezTo>
                    <a:lnTo>
                      <a:pt x="85979" y="478028"/>
                    </a:lnTo>
                    <a:cubicBezTo>
                      <a:pt x="69723" y="461645"/>
                      <a:pt x="54991" y="446151"/>
                      <a:pt x="54102" y="445135"/>
                    </a:cubicBezTo>
                    <a:lnTo>
                      <a:pt x="53975" y="445008"/>
                    </a:lnTo>
                    <a:lnTo>
                      <a:pt x="53848" y="444881"/>
                    </a:lnTo>
                    <a:lnTo>
                      <a:pt x="53086" y="444373"/>
                    </a:lnTo>
                    <a:lnTo>
                      <a:pt x="51181" y="444881"/>
                    </a:lnTo>
                    <a:lnTo>
                      <a:pt x="50800" y="445643"/>
                    </a:lnTo>
                    <a:cubicBezTo>
                      <a:pt x="50546" y="446024"/>
                      <a:pt x="1905" y="540004"/>
                      <a:pt x="1905" y="540004"/>
                    </a:cubicBezTo>
                    <a:lnTo>
                      <a:pt x="1778" y="540131"/>
                    </a:lnTo>
                    <a:lnTo>
                      <a:pt x="0" y="543560"/>
                    </a:lnTo>
                    <a:lnTo>
                      <a:pt x="1016" y="545211"/>
                    </a:lnTo>
                    <a:lnTo>
                      <a:pt x="3048" y="547116"/>
                    </a:lnTo>
                    <a:lnTo>
                      <a:pt x="10541" y="554355"/>
                    </a:lnTo>
                    <a:cubicBezTo>
                      <a:pt x="19939" y="562610"/>
                      <a:pt x="25654" y="567817"/>
                      <a:pt x="31750" y="572643"/>
                    </a:cubicBezTo>
                    <a:lnTo>
                      <a:pt x="36195" y="576199"/>
                    </a:lnTo>
                    <a:lnTo>
                      <a:pt x="40386" y="579120"/>
                    </a:lnTo>
                    <a:cubicBezTo>
                      <a:pt x="88519" y="613156"/>
                      <a:pt x="141605" y="631063"/>
                      <a:pt x="198247" y="635762"/>
                    </a:cubicBezTo>
                    <a:cubicBezTo>
                      <a:pt x="259461" y="640842"/>
                      <a:pt x="321183" y="641604"/>
                      <a:pt x="381508" y="623316"/>
                    </a:cubicBezTo>
                    <a:cubicBezTo>
                      <a:pt x="414147" y="613537"/>
                      <a:pt x="445135" y="601726"/>
                      <a:pt x="471043" y="581914"/>
                    </a:cubicBezTo>
                    <a:cubicBezTo>
                      <a:pt x="530225" y="536067"/>
                      <a:pt x="546989" y="477012"/>
                      <a:pt x="529082" y="410591"/>
                    </a:cubicBezTo>
                    <a:cubicBezTo>
                      <a:pt x="516763" y="365125"/>
                      <a:pt x="481838" y="334518"/>
                      <a:pt x="434848" y="316357"/>
                    </a:cubicBezTo>
                    <a:lnTo>
                      <a:pt x="352044" y="291719"/>
                    </a:lnTo>
                    <a:cubicBezTo>
                      <a:pt x="324485" y="284607"/>
                      <a:pt x="296418" y="279400"/>
                      <a:pt x="268732" y="273431"/>
                    </a:cubicBezTo>
                    <a:cubicBezTo>
                      <a:pt x="238379" y="266827"/>
                      <a:pt x="206883" y="263144"/>
                      <a:pt x="177800" y="253365"/>
                    </a:cubicBezTo>
                    <a:cubicBezTo>
                      <a:pt x="129540" y="236601"/>
                      <a:pt x="113411" y="192659"/>
                      <a:pt x="147828" y="155194"/>
                    </a:cubicBezTo>
                    <a:cubicBezTo>
                      <a:pt x="168529" y="132842"/>
                      <a:pt x="198501" y="123952"/>
                      <a:pt x="228727" y="120904"/>
                    </a:cubicBezTo>
                    <a:lnTo>
                      <a:pt x="275717" y="118999"/>
                    </a:lnTo>
                    <a:cubicBezTo>
                      <a:pt x="280543" y="119126"/>
                      <a:pt x="285369" y="119380"/>
                      <a:pt x="290195" y="119888"/>
                    </a:cubicBezTo>
                    <a:cubicBezTo>
                      <a:pt x="302006" y="121158"/>
                      <a:pt x="320040" y="124206"/>
                      <a:pt x="342138" y="131572"/>
                    </a:cubicBezTo>
                    <a:lnTo>
                      <a:pt x="374650" y="145034"/>
                    </a:lnTo>
                    <a:cubicBezTo>
                      <a:pt x="374777" y="145034"/>
                      <a:pt x="374777" y="144780"/>
                      <a:pt x="374777" y="144780"/>
                    </a:cubicBezTo>
                    <a:lnTo>
                      <a:pt x="375793" y="145415"/>
                    </a:lnTo>
                    <a:lnTo>
                      <a:pt x="397637" y="157099"/>
                    </a:lnTo>
                    <a:cubicBezTo>
                      <a:pt x="398145" y="157480"/>
                      <a:pt x="398907" y="157734"/>
                      <a:pt x="399669" y="158115"/>
                    </a:cubicBezTo>
                    <a:lnTo>
                      <a:pt x="400685" y="158877"/>
                    </a:lnTo>
                    <a:lnTo>
                      <a:pt x="458978" y="194564"/>
                    </a:lnTo>
                    <a:cubicBezTo>
                      <a:pt x="459105" y="194564"/>
                      <a:pt x="461264" y="196723"/>
                      <a:pt x="464820" y="198628"/>
                    </a:cubicBezTo>
                    <a:cubicBezTo>
                      <a:pt x="471551" y="202565"/>
                      <a:pt x="482600" y="205867"/>
                      <a:pt x="490093" y="192405"/>
                    </a:cubicBezTo>
                    <a:cubicBezTo>
                      <a:pt x="490093" y="192405"/>
                      <a:pt x="530606" y="114681"/>
                      <a:pt x="530733" y="114300"/>
                    </a:cubicBezTo>
                    <a:lnTo>
                      <a:pt x="531368" y="113030"/>
                    </a:lnTo>
                    <a:lnTo>
                      <a:pt x="533400" y="107569"/>
                    </a:lnTo>
                    <a:lnTo>
                      <a:pt x="535305" y="97790"/>
                    </a:lnTo>
                    <a:lnTo>
                      <a:pt x="535178" y="88900"/>
                    </a:lnTo>
                    <a:lnTo>
                      <a:pt x="532765" y="84582"/>
                    </a:lnTo>
                    <a:lnTo>
                      <a:pt x="528828" y="84963"/>
                    </a:lnTo>
                    <a:lnTo>
                      <a:pt x="527812" y="85852"/>
                    </a:lnTo>
                    <a:lnTo>
                      <a:pt x="527558" y="86106"/>
                    </a:lnTo>
                    <a:cubicBezTo>
                      <a:pt x="521081" y="92837"/>
                      <a:pt x="511937" y="97155"/>
                      <a:pt x="501777" y="97155"/>
                    </a:cubicBezTo>
                    <a:lnTo>
                      <a:pt x="487807" y="96647"/>
                    </a:lnTo>
                    <a:lnTo>
                      <a:pt x="470916" y="89027"/>
                    </a:lnTo>
                    <a:cubicBezTo>
                      <a:pt x="460502" y="84074"/>
                      <a:pt x="443611" y="74803"/>
                      <a:pt x="441452" y="73533"/>
                    </a:cubicBezTo>
                    <a:cubicBezTo>
                      <a:pt x="414655" y="57658"/>
                      <a:pt x="414528" y="58293"/>
                      <a:pt x="403860" y="53086"/>
                    </a:cubicBezTo>
                    <a:cubicBezTo>
                      <a:pt x="398780" y="50546"/>
                      <a:pt x="378333" y="42799"/>
                      <a:pt x="365252" y="39624"/>
                    </a:cubicBezTo>
                    <a:cubicBezTo>
                      <a:pt x="222123" y="0"/>
                      <a:pt x="107950" y="64770"/>
                      <a:pt x="107950" y="64770"/>
                    </a:cubicBezTo>
                    <a:lnTo>
                      <a:pt x="93091" y="72644"/>
                    </a:lnTo>
                    <a:cubicBezTo>
                      <a:pt x="42672" y="107950"/>
                      <a:pt x="17018" y="147320"/>
                      <a:pt x="13462" y="196850"/>
                    </a:cubicBezTo>
                    <a:cubicBezTo>
                      <a:pt x="12319" y="212090"/>
                      <a:pt x="13970" y="266700"/>
                      <a:pt x="48895" y="302641"/>
                    </a:cubicBezTo>
                    <a:cubicBezTo>
                      <a:pt x="75438" y="329946"/>
                      <a:pt x="108204" y="346964"/>
                      <a:pt x="146939" y="355346"/>
                    </a:cubicBezTo>
                    <a:lnTo>
                      <a:pt x="236347" y="374396"/>
                    </a:lnTo>
                    <a:cubicBezTo>
                      <a:pt x="245999" y="376301"/>
                      <a:pt x="256032" y="377952"/>
                      <a:pt x="265811" y="380111"/>
                    </a:cubicBezTo>
                    <a:lnTo>
                      <a:pt x="343662" y="398018"/>
                    </a:lnTo>
                    <a:cubicBezTo>
                      <a:pt x="358521" y="402082"/>
                      <a:pt x="373380" y="407924"/>
                      <a:pt x="386080" y="415671"/>
                    </a:cubicBezTo>
                    <a:cubicBezTo>
                      <a:pt x="409956" y="429768"/>
                      <a:pt x="415544" y="451739"/>
                      <a:pt x="413258" y="476250"/>
                    </a:cubicBezTo>
                    <a:cubicBezTo>
                      <a:pt x="411607" y="494157"/>
                      <a:pt x="402844" y="509270"/>
                      <a:pt x="388239" y="520827"/>
                    </a:cubicBezTo>
                  </a:path>
                </a:pathLst>
              </a:custGeom>
              <a:solidFill>
                <a:srgbClr val="000000"/>
              </a:solidFill>
            </p:spPr>
            <p:txBody>
              <a:bodyPr/>
              <a:lstStyle/>
              <a:p>
                <a:endParaRPr lang="ko-KR" altLang="en-US"/>
              </a:p>
            </p:txBody>
          </p:sp>
        </p:grpSp>
        <p:grpSp>
          <p:nvGrpSpPr>
            <p:cNvPr id="58" name="Group 20">
              <a:extLst>
                <a:ext uri="{FF2B5EF4-FFF2-40B4-BE49-F238E27FC236}">
                  <a16:creationId xmlns:a16="http://schemas.microsoft.com/office/drawing/2014/main" id="{69969FD4-673A-FC5A-07F4-27EE037AA83B}"/>
                </a:ext>
              </a:extLst>
            </p:cNvPr>
            <p:cNvGrpSpPr/>
            <p:nvPr/>
          </p:nvGrpSpPr>
          <p:grpSpPr>
            <a:xfrm>
              <a:off x="23119413" y="6303902"/>
              <a:ext cx="729263" cy="1138218"/>
              <a:chOff x="0" y="0"/>
              <a:chExt cx="729259" cy="1138212"/>
            </a:xfrm>
          </p:grpSpPr>
          <p:sp>
            <p:nvSpPr>
              <p:cNvPr id="59" name="Freeform 21">
                <a:extLst>
                  <a:ext uri="{FF2B5EF4-FFF2-40B4-BE49-F238E27FC236}">
                    <a16:creationId xmlns:a16="http://schemas.microsoft.com/office/drawing/2014/main" id="{85C853D3-6291-BAA0-6C0A-F6E3E1FFA6CA}"/>
                  </a:ext>
                </a:extLst>
              </p:cNvPr>
              <p:cNvSpPr/>
              <p:nvPr/>
            </p:nvSpPr>
            <p:spPr>
              <a:xfrm>
                <a:off x="140716" y="629793"/>
                <a:ext cx="14605" cy="35560"/>
              </a:xfrm>
              <a:custGeom>
                <a:avLst/>
                <a:gdLst/>
                <a:ahLst/>
                <a:cxnLst/>
                <a:rect l="l" t="t" r="r" b="b"/>
                <a:pathLst>
                  <a:path w="14605" h="35560">
                    <a:moveTo>
                      <a:pt x="8509" y="35560"/>
                    </a:moveTo>
                    <a:lnTo>
                      <a:pt x="14605" y="24130"/>
                    </a:lnTo>
                    <a:cubicBezTo>
                      <a:pt x="11684" y="12700"/>
                      <a:pt x="5715" y="6477"/>
                      <a:pt x="0" y="0"/>
                    </a:cubicBezTo>
                    <a:lnTo>
                      <a:pt x="8636" y="35560"/>
                    </a:lnTo>
                  </a:path>
                </a:pathLst>
              </a:custGeom>
              <a:solidFill>
                <a:srgbClr val="EA1D22"/>
              </a:solidFill>
            </p:spPr>
            <p:txBody>
              <a:bodyPr/>
              <a:lstStyle/>
              <a:p>
                <a:endParaRPr lang="ko-KR" altLang="en-US"/>
              </a:p>
            </p:txBody>
          </p:sp>
          <p:sp>
            <p:nvSpPr>
              <p:cNvPr id="60" name="Freeform 22">
                <a:extLst>
                  <a:ext uri="{FF2B5EF4-FFF2-40B4-BE49-F238E27FC236}">
                    <a16:creationId xmlns:a16="http://schemas.microsoft.com/office/drawing/2014/main" id="{8DBA294C-7E60-50E4-77F8-5024F5674622}"/>
                  </a:ext>
                </a:extLst>
              </p:cNvPr>
              <p:cNvSpPr/>
              <p:nvPr/>
            </p:nvSpPr>
            <p:spPr>
              <a:xfrm>
                <a:off x="63500" y="423672"/>
                <a:ext cx="602234" cy="651002"/>
              </a:xfrm>
              <a:custGeom>
                <a:avLst/>
                <a:gdLst/>
                <a:ahLst/>
                <a:cxnLst/>
                <a:rect l="l" t="t" r="r" b="b"/>
                <a:pathLst>
                  <a:path w="602234" h="651002">
                    <a:moveTo>
                      <a:pt x="332486" y="50419"/>
                    </a:moveTo>
                    <a:lnTo>
                      <a:pt x="332486" y="14351"/>
                    </a:lnTo>
                    <a:cubicBezTo>
                      <a:pt x="332486" y="14351"/>
                      <a:pt x="332486" y="0"/>
                      <a:pt x="315595" y="0"/>
                    </a:cubicBezTo>
                    <a:lnTo>
                      <a:pt x="278130" y="0"/>
                    </a:lnTo>
                    <a:cubicBezTo>
                      <a:pt x="273939" y="0"/>
                      <a:pt x="263906" y="889"/>
                      <a:pt x="251841" y="12954"/>
                    </a:cubicBezTo>
                    <a:lnTo>
                      <a:pt x="248793" y="16383"/>
                    </a:lnTo>
                    <a:cubicBezTo>
                      <a:pt x="261493" y="19685"/>
                      <a:pt x="268986" y="28702"/>
                      <a:pt x="268986" y="36322"/>
                    </a:cubicBezTo>
                    <a:lnTo>
                      <a:pt x="268986" y="50546"/>
                    </a:lnTo>
                    <a:cubicBezTo>
                      <a:pt x="210058" y="56769"/>
                      <a:pt x="156210" y="80137"/>
                      <a:pt x="112395" y="115443"/>
                    </a:cubicBezTo>
                    <a:lnTo>
                      <a:pt x="140843" y="150114"/>
                    </a:lnTo>
                    <a:cubicBezTo>
                      <a:pt x="144526" y="153797"/>
                      <a:pt x="148336" y="157226"/>
                      <a:pt x="152146" y="160655"/>
                    </a:cubicBezTo>
                    <a:cubicBezTo>
                      <a:pt x="194437" y="127254"/>
                      <a:pt x="246380" y="109093"/>
                      <a:pt x="301117" y="109093"/>
                    </a:cubicBezTo>
                    <a:cubicBezTo>
                      <a:pt x="365506" y="109093"/>
                      <a:pt x="425958" y="134112"/>
                      <a:pt x="471424" y="179705"/>
                    </a:cubicBezTo>
                    <a:cubicBezTo>
                      <a:pt x="516890" y="225298"/>
                      <a:pt x="542036" y="285750"/>
                      <a:pt x="542036" y="350012"/>
                    </a:cubicBezTo>
                    <a:cubicBezTo>
                      <a:pt x="542036" y="414274"/>
                      <a:pt x="517017" y="474853"/>
                      <a:pt x="471424" y="520319"/>
                    </a:cubicBezTo>
                    <a:cubicBezTo>
                      <a:pt x="425831" y="565785"/>
                      <a:pt x="365379" y="590931"/>
                      <a:pt x="301117" y="590931"/>
                    </a:cubicBezTo>
                    <a:cubicBezTo>
                      <a:pt x="236855" y="590931"/>
                      <a:pt x="176276" y="565912"/>
                      <a:pt x="130810" y="520319"/>
                    </a:cubicBezTo>
                    <a:cubicBezTo>
                      <a:pt x="91440" y="480949"/>
                      <a:pt x="67310" y="430149"/>
                      <a:pt x="61595" y="375539"/>
                    </a:cubicBezTo>
                    <a:cubicBezTo>
                      <a:pt x="38227" y="348234"/>
                      <a:pt x="19812" y="317627"/>
                      <a:pt x="7112" y="284861"/>
                    </a:cubicBezTo>
                    <a:lnTo>
                      <a:pt x="0" y="349885"/>
                    </a:lnTo>
                    <a:cubicBezTo>
                      <a:pt x="0" y="516255"/>
                      <a:pt x="134747" y="651002"/>
                      <a:pt x="301117" y="651002"/>
                    </a:cubicBezTo>
                    <a:cubicBezTo>
                      <a:pt x="467487" y="651002"/>
                      <a:pt x="602234" y="516255"/>
                      <a:pt x="602234" y="349885"/>
                    </a:cubicBezTo>
                    <a:cubicBezTo>
                      <a:pt x="602234" y="194183"/>
                      <a:pt x="483997" y="66040"/>
                      <a:pt x="332486" y="50419"/>
                    </a:cubicBezTo>
                  </a:path>
                </a:pathLst>
              </a:custGeom>
              <a:solidFill>
                <a:srgbClr val="EA1D22"/>
              </a:solidFill>
            </p:spPr>
            <p:txBody>
              <a:bodyPr/>
              <a:lstStyle/>
              <a:p>
                <a:endParaRPr lang="ko-KR" altLang="en-US"/>
              </a:p>
            </p:txBody>
          </p:sp>
          <p:sp>
            <p:nvSpPr>
              <p:cNvPr id="61" name="Freeform 23">
                <a:extLst>
                  <a:ext uri="{FF2B5EF4-FFF2-40B4-BE49-F238E27FC236}">
                    <a16:creationId xmlns:a16="http://schemas.microsoft.com/office/drawing/2014/main" id="{0D970245-E21D-E94E-85FF-9F84269F8437}"/>
                  </a:ext>
                </a:extLst>
              </p:cNvPr>
              <p:cNvSpPr/>
              <p:nvPr/>
            </p:nvSpPr>
            <p:spPr>
              <a:xfrm>
                <a:off x="138049" y="522097"/>
                <a:ext cx="415544" cy="192405"/>
              </a:xfrm>
              <a:custGeom>
                <a:avLst/>
                <a:gdLst/>
                <a:ahLst/>
                <a:cxnLst/>
                <a:rect l="l" t="t" r="r" b="b"/>
                <a:pathLst>
                  <a:path w="415544" h="192405">
                    <a:moveTo>
                      <a:pt x="415417" y="125857"/>
                    </a:moveTo>
                    <a:lnTo>
                      <a:pt x="386969" y="91186"/>
                    </a:lnTo>
                    <a:cubicBezTo>
                      <a:pt x="383286" y="87503"/>
                      <a:pt x="379603" y="84074"/>
                      <a:pt x="375666" y="80645"/>
                    </a:cubicBezTo>
                    <a:cubicBezTo>
                      <a:pt x="333375" y="114046"/>
                      <a:pt x="281432" y="132207"/>
                      <a:pt x="226695" y="132207"/>
                    </a:cubicBezTo>
                    <a:cubicBezTo>
                      <a:pt x="162306" y="132207"/>
                      <a:pt x="101854" y="107188"/>
                      <a:pt x="56388" y="61595"/>
                    </a:cubicBezTo>
                    <a:cubicBezTo>
                      <a:pt x="38100" y="43307"/>
                      <a:pt x="22987" y="22479"/>
                      <a:pt x="11557" y="0"/>
                    </a:cubicBezTo>
                    <a:cubicBezTo>
                      <a:pt x="3937" y="22860"/>
                      <a:pt x="0" y="47117"/>
                      <a:pt x="0" y="72009"/>
                    </a:cubicBezTo>
                    <a:lnTo>
                      <a:pt x="254" y="84201"/>
                    </a:lnTo>
                    <a:cubicBezTo>
                      <a:pt x="55880" y="152908"/>
                      <a:pt x="136652" y="192405"/>
                      <a:pt x="226695" y="192405"/>
                    </a:cubicBezTo>
                    <a:cubicBezTo>
                      <a:pt x="298196" y="192405"/>
                      <a:pt x="363855" y="167513"/>
                      <a:pt x="415544" y="125857"/>
                    </a:cubicBezTo>
                  </a:path>
                </a:pathLst>
              </a:custGeom>
              <a:solidFill>
                <a:srgbClr val="EA1D22"/>
              </a:solidFill>
            </p:spPr>
            <p:txBody>
              <a:bodyPr/>
              <a:lstStyle/>
              <a:p>
                <a:endParaRPr lang="ko-KR" altLang="en-US"/>
              </a:p>
            </p:txBody>
          </p:sp>
          <p:sp>
            <p:nvSpPr>
              <p:cNvPr id="62" name="Freeform 24">
                <a:extLst>
                  <a:ext uri="{FF2B5EF4-FFF2-40B4-BE49-F238E27FC236}">
                    <a16:creationId xmlns:a16="http://schemas.microsoft.com/office/drawing/2014/main" id="{71BA85AD-CDEA-5A4D-4337-9EDFA0983FC6}"/>
                  </a:ext>
                </a:extLst>
              </p:cNvPr>
              <p:cNvSpPr/>
              <p:nvPr/>
            </p:nvSpPr>
            <p:spPr>
              <a:xfrm>
                <a:off x="63500" y="63500"/>
                <a:ext cx="602234" cy="517779"/>
              </a:xfrm>
              <a:custGeom>
                <a:avLst/>
                <a:gdLst/>
                <a:ahLst/>
                <a:cxnLst/>
                <a:rect l="l" t="t" r="r" b="b"/>
                <a:pathLst>
                  <a:path w="602234" h="517779">
                    <a:moveTo>
                      <a:pt x="61468" y="325755"/>
                    </a:moveTo>
                    <a:cubicBezTo>
                      <a:pt x="66929" y="270510"/>
                      <a:pt x="91059" y="219329"/>
                      <a:pt x="130810" y="179578"/>
                    </a:cubicBezTo>
                    <a:cubicBezTo>
                      <a:pt x="176276" y="134112"/>
                      <a:pt x="236855" y="108966"/>
                      <a:pt x="301117" y="108966"/>
                    </a:cubicBezTo>
                    <a:cubicBezTo>
                      <a:pt x="365379" y="108966"/>
                      <a:pt x="425958" y="133985"/>
                      <a:pt x="471424" y="179578"/>
                    </a:cubicBezTo>
                    <a:cubicBezTo>
                      <a:pt x="516890" y="225171"/>
                      <a:pt x="542036" y="285623"/>
                      <a:pt x="542036" y="349885"/>
                    </a:cubicBezTo>
                    <a:cubicBezTo>
                      <a:pt x="542036" y="393700"/>
                      <a:pt x="530352" y="435864"/>
                      <a:pt x="508508" y="472567"/>
                    </a:cubicBezTo>
                    <a:lnTo>
                      <a:pt x="534670" y="498221"/>
                    </a:lnTo>
                    <a:cubicBezTo>
                      <a:pt x="540385" y="504571"/>
                      <a:pt x="545846" y="511048"/>
                      <a:pt x="551053" y="517779"/>
                    </a:cubicBezTo>
                    <a:cubicBezTo>
                      <a:pt x="583438" y="469773"/>
                      <a:pt x="602234" y="411988"/>
                      <a:pt x="602234" y="349758"/>
                    </a:cubicBezTo>
                    <a:cubicBezTo>
                      <a:pt x="602234" y="194056"/>
                      <a:pt x="483997" y="65913"/>
                      <a:pt x="332486" y="50292"/>
                    </a:cubicBezTo>
                    <a:lnTo>
                      <a:pt x="332486" y="14351"/>
                    </a:lnTo>
                    <a:cubicBezTo>
                      <a:pt x="332486" y="14351"/>
                      <a:pt x="332486" y="0"/>
                      <a:pt x="315595" y="0"/>
                    </a:cubicBezTo>
                    <a:lnTo>
                      <a:pt x="278130" y="0"/>
                    </a:lnTo>
                    <a:cubicBezTo>
                      <a:pt x="273939" y="0"/>
                      <a:pt x="263906" y="889"/>
                      <a:pt x="251841" y="12954"/>
                    </a:cubicBezTo>
                    <a:lnTo>
                      <a:pt x="248793" y="16383"/>
                    </a:lnTo>
                    <a:cubicBezTo>
                      <a:pt x="261493" y="19685"/>
                      <a:pt x="268986" y="28702"/>
                      <a:pt x="268986" y="36322"/>
                    </a:cubicBezTo>
                    <a:lnTo>
                      <a:pt x="268986" y="50546"/>
                    </a:lnTo>
                    <a:cubicBezTo>
                      <a:pt x="117729" y="66548"/>
                      <a:pt x="0" y="194564"/>
                      <a:pt x="0" y="349885"/>
                    </a:cubicBezTo>
                    <a:lnTo>
                      <a:pt x="7366" y="416052"/>
                    </a:lnTo>
                    <a:cubicBezTo>
                      <a:pt x="20066" y="383413"/>
                      <a:pt x="38354" y="352806"/>
                      <a:pt x="61468" y="325755"/>
                    </a:cubicBezTo>
                  </a:path>
                </a:pathLst>
              </a:custGeom>
              <a:solidFill>
                <a:srgbClr val="EA1D22"/>
              </a:solidFill>
            </p:spPr>
            <p:txBody>
              <a:bodyPr/>
              <a:lstStyle/>
              <a:p>
                <a:endParaRPr lang="ko-KR" altLang="en-US"/>
              </a:p>
            </p:txBody>
          </p:sp>
          <p:sp>
            <p:nvSpPr>
              <p:cNvPr id="63" name="Freeform 25">
                <a:extLst>
                  <a:ext uri="{FF2B5EF4-FFF2-40B4-BE49-F238E27FC236}">
                    <a16:creationId xmlns:a16="http://schemas.microsoft.com/office/drawing/2014/main" id="{F7BA1ED7-3277-1EFF-DCAB-35E9B93C06CB}"/>
                  </a:ext>
                </a:extLst>
              </p:cNvPr>
              <p:cNvSpPr/>
              <p:nvPr/>
            </p:nvSpPr>
            <p:spPr>
              <a:xfrm>
                <a:off x="63500" y="244221"/>
                <a:ext cx="527939" cy="651002"/>
              </a:xfrm>
              <a:custGeom>
                <a:avLst/>
                <a:gdLst/>
                <a:ahLst/>
                <a:cxnLst/>
                <a:rect l="l" t="t" r="r" b="b"/>
                <a:pathLst>
                  <a:path w="527939" h="651002">
                    <a:moveTo>
                      <a:pt x="301117" y="651002"/>
                    </a:moveTo>
                    <a:cubicBezTo>
                      <a:pt x="391033" y="651002"/>
                      <a:pt x="471805" y="611505"/>
                      <a:pt x="527050" y="549021"/>
                    </a:cubicBezTo>
                    <a:lnTo>
                      <a:pt x="527939" y="535940"/>
                    </a:lnTo>
                    <a:cubicBezTo>
                      <a:pt x="527939" y="504825"/>
                      <a:pt x="524002" y="480822"/>
                      <a:pt x="516509" y="458089"/>
                    </a:cubicBezTo>
                    <a:cubicBezTo>
                      <a:pt x="505079" y="480822"/>
                      <a:pt x="489966" y="501777"/>
                      <a:pt x="471551" y="520192"/>
                    </a:cubicBezTo>
                    <a:cubicBezTo>
                      <a:pt x="426085" y="565658"/>
                      <a:pt x="365506" y="590804"/>
                      <a:pt x="301244" y="590804"/>
                    </a:cubicBezTo>
                    <a:cubicBezTo>
                      <a:pt x="236982" y="590804"/>
                      <a:pt x="176403" y="565785"/>
                      <a:pt x="130937" y="520192"/>
                    </a:cubicBezTo>
                    <a:cubicBezTo>
                      <a:pt x="85471" y="474599"/>
                      <a:pt x="60325" y="414147"/>
                      <a:pt x="60325" y="349885"/>
                    </a:cubicBezTo>
                    <a:cubicBezTo>
                      <a:pt x="60325" y="285623"/>
                      <a:pt x="85344" y="225044"/>
                      <a:pt x="130937" y="179578"/>
                    </a:cubicBezTo>
                    <a:cubicBezTo>
                      <a:pt x="176530" y="134112"/>
                      <a:pt x="236982" y="108966"/>
                      <a:pt x="301244" y="108966"/>
                    </a:cubicBezTo>
                    <a:cubicBezTo>
                      <a:pt x="365506" y="108966"/>
                      <a:pt x="426085" y="133985"/>
                      <a:pt x="471551" y="179578"/>
                    </a:cubicBezTo>
                    <a:cubicBezTo>
                      <a:pt x="489839" y="197866"/>
                      <a:pt x="504952" y="218694"/>
                      <a:pt x="516255" y="241173"/>
                    </a:cubicBezTo>
                    <a:cubicBezTo>
                      <a:pt x="523875" y="218186"/>
                      <a:pt x="527939" y="193929"/>
                      <a:pt x="527939" y="169291"/>
                    </a:cubicBezTo>
                    <a:lnTo>
                      <a:pt x="527685" y="157099"/>
                    </a:lnTo>
                    <a:cubicBezTo>
                      <a:pt x="478536" y="95758"/>
                      <a:pt x="409829" y="58547"/>
                      <a:pt x="332486" y="50546"/>
                    </a:cubicBezTo>
                    <a:lnTo>
                      <a:pt x="332486" y="14351"/>
                    </a:lnTo>
                    <a:cubicBezTo>
                      <a:pt x="332486" y="14351"/>
                      <a:pt x="332486" y="0"/>
                      <a:pt x="315595" y="0"/>
                    </a:cubicBezTo>
                    <a:lnTo>
                      <a:pt x="278130" y="0"/>
                    </a:lnTo>
                    <a:cubicBezTo>
                      <a:pt x="273939" y="0"/>
                      <a:pt x="263906" y="889"/>
                      <a:pt x="251841" y="12954"/>
                    </a:cubicBezTo>
                    <a:lnTo>
                      <a:pt x="248793" y="16383"/>
                    </a:lnTo>
                    <a:cubicBezTo>
                      <a:pt x="261493" y="19685"/>
                      <a:pt x="268986" y="28702"/>
                      <a:pt x="268986" y="36322"/>
                    </a:cubicBezTo>
                    <a:lnTo>
                      <a:pt x="268986" y="50546"/>
                    </a:lnTo>
                    <a:cubicBezTo>
                      <a:pt x="117729" y="66548"/>
                      <a:pt x="0" y="194437"/>
                      <a:pt x="0" y="349885"/>
                    </a:cubicBezTo>
                    <a:cubicBezTo>
                      <a:pt x="0" y="516128"/>
                      <a:pt x="134874" y="651002"/>
                      <a:pt x="301117" y="651002"/>
                    </a:cubicBezTo>
                  </a:path>
                </a:pathLst>
              </a:custGeom>
              <a:solidFill>
                <a:srgbClr val="EA1D22"/>
              </a:solidFill>
            </p:spPr>
            <p:txBody>
              <a:bodyPr/>
              <a:lstStyle/>
              <a:p>
                <a:endParaRPr lang="ko-KR" altLang="en-US"/>
              </a:p>
            </p:txBody>
          </p:sp>
          <p:sp>
            <p:nvSpPr>
              <p:cNvPr id="64" name="Freeform 26">
                <a:extLst>
                  <a:ext uri="{FF2B5EF4-FFF2-40B4-BE49-F238E27FC236}">
                    <a16:creationId xmlns:a16="http://schemas.microsoft.com/office/drawing/2014/main" id="{993E29CD-3B86-9683-0735-F61529994999}"/>
                  </a:ext>
                </a:extLst>
              </p:cNvPr>
              <p:cNvSpPr/>
              <p:nvPr/>
            </p:nvSpPr>
            <p:spPr>
              <a:xfrm>
                <a:off x="623570" y="527812"/>
                <a:ext cx="42291" cy="131572"/>
              </a:xfrm>
              <a:custGeom>
                <a:avLst/>
                <a:gdLst/>
                <a:ahLst/>
                <a:cxnLst/>
                <a:rect l="l" t="t" r="r" b="b"/>
                <a:pathLst>
                  <a:path w="42291" h="131572">
                    <a:moveTo>
                      <a:pt x="2794" y="61468"/>
                    </a:moveTo>
                    <a:lnTo>
                      <a:pt x="0" y="65659"/>
                    </a:lnTo>
                    <a:lnTo>
                      <a:pt x="35179" y="131572"/>
                    </a:lnTo>
                    <a:cubicBezTo>
                      <a:pt x="39878" y="110490"/>
                      <a:pt x="42291" y="88646"/>
                      <a:pt x="42291" y="66167"/>
                    </a:cubicBezTo>
                    <a:lnTo>
                      <a:pt x="35052" y="0"/>
                    </a:lnTo>
                    <a:cubicBezTo>
                      <a:pt x="26670" y="21463"/>
                      <a:pt x="16002" y="42037"/>
                      <a:pt x="2921" y="61341"/>
                    </a:cubicBezTo>
                  </a:path>
                </a:pathLst>
              </a:custGeom>
              <a:solidFill>
                <a:srgbClr val="EA1D22"/>
              </a:solidFill>
            </p:spPr>
            <p:txBody>
              <a:bodyPr/>
              <a:lstStyle/>
              <a:p>
                <a:endParaRPr lang="ko-KR" altLang="en-US"/>
              </a:p>
            </p:txBody>
          </p:sp>
        </p:grpSp>
      </p:grpSp>
    </p:spTree>
    <p:extLst>
      <p:ext uri="{BB962C8B-B14F-4D97-AF65-F5344CB8AC3E}">
        <p14:creationId xmlns:p14="http://schemas.microsoft.com/office/powerpoint/2010/main" val="4156323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roposal Page (3분할세로형)">
    <p:spTree>
      <p:nvGrpSpPr>
        <p:cNvPr id="1" name=""/>
        <p:cNvGrpSpPr/>
        <p:nvPr/>
      </p:nvGrpSpPr>
      <p:grpSpPr>
        <a:xfrm>
          <a:off x="0" y="0"/>
          <a:ext cx="0" cy="0"/>
          <a:chOff x="0" y="0"/>
          <a:chExt cx="0" cy="0"/>
        </a:xfrm>
      </p:grpSpPr>
      <p:sp>
        <p:nvSpPr>
          <p:cNvPr id="79" name="텍스트 개체 틀 27">
            <a:extLst>
              <a:ext uri="{FF2B5EF4-FFF2-40B4-BE49-F238E27FC236}">
                <a16:creationId xmlns:a16="http://schemas.microsoft.com/office/drawing/2014/main" id="{DF45E34A-5267-9DF3-5A36-8A671B3050B1}"/>
              </a:ext>
            </a:extLst>
          </p:cNvPr>
          <p:cNvSpPr>
            <a:spLocks noGrp="1"/>
          </p:cNvSpPr>
          <p:nvPr>
            <p:ph type="body" sz="quarter" idx="12" hasCustomPrompt="1"/>
          </p:nvPr>
        </p:nvSpPr>
        <p:spPr>
          <a:xfrm>
            <a:off x="397669" y="266700"/>
            <a:ext cx="2993226" cy="228600"/>
          </a:xfrm>
          <a:prstGeom prst="rect">
            <a:avLst/>
          </a:prstGeom>
        </p:spPr>
        <p:txBody>
          <a:bodyPr>
            <a:normAutofit/>
          </a:bodyPr>
          <a:lstStyle>
            <a:lvl1pPr marL="0" indent="0">
              <a:buNone/>
              <a:defRPr sz="1100"/>
            </a:lvl1pPr>
          </a:lstStyle>
          <a:p>
            <a:pPr lvl="0"/>
            <a:r>
              <a:rPr lang="en-US" altLang="ko-KR"/>
              <a:t>DOCUMENT TITLE</a:t>
            </a:r>
            <a:endParaRPr lang="ko-KR" altLang="en-US"/>
          </a:p>
        </p:txBody>
      </p:sp>
      <p:sp>
        <p:nvSpPr>
          <p:cNvPr id="89" name="그림 개체 틀 83">
            <a:extLst>
              <a:ext uri="{FF2B5EF4-FFF2-40B4-BE49-F238E27FC236}">
                <a16:creationId xmlns:a16="http://schemas.microsoft.com/office/drawing/2014/main" id="{3EE9FAB7-98BE-640E-4AD9-ED7845E289CD}"/>
              </a:ext>
            </a:extLst>
          </p:cNvPr>
          <p:cNvSpPr>
            <a:spLocks noGrp="1"/>
          </p:cNvSpPr>
          <p:nvPr>
            <p:ph type="pic" sz="quarter" idx="17"/>
          </p:nvPr>
        </p:nvSpPr>
        <p:spPr>
          <a:xfrm>
            <a:off x="657241" y="1834022"/>
            <a:ext cx="3102588" cy="3209226"/>
          </a:xfrm>
          <a:prstGeom prst="rect">
            <a:avLst/>
          </a:prstGeom>
        </p:spPr>
        <p:txBody>
          <a:bodyPr/>
          <a:lstStyle/>
          <a:p>
            <a:r>
              <a:rPr lang="ko-KR" altLang="en-US"/>
              <a:t>그림을 추가하려면 아이콘을 클릭하십시오</a:t>
            </a:r>
          </a:p>
        </p:txBody>
      </p:sp>
      <p:sp>
        <p:nvSpPr>
          <p:cNvPr id="90" name="텍스트 개체 틀 86">
            <a:extLst>
              <a:ext uri="{FF2B5EF4-FFF2-40B4-BE49-F238E27FC236}">
                <a16:creationId xmlns:a16="http://schemas.microsoft.com/office/drawing/2014/main" id="{9DC7DD8C-8465-D8C3-E6C0-ED15E2E90D20}"/>
              </a:ext>
            </a:extLst>
          </p:cNvPr>
          <p:cNvSpPr>
            <a:spLocks noGrp="1"/>
          </p:cNvSpPr>
          <p:nvPr>
            <p:ph type="body" sz="quarter" idx="18" hasCustomPrompt="1"/>
          </p:nvPr>
        </p:nvSpPr>
        <p:spPr>
          <a:xfrm>
            <a:off x="657241" y="5094889"/>
            <a:ext cx="3102588" cy="261274"/>
          </a:xfrm>
          <a:prstGeom prst="rect">
            <a:avLst/>
          </a:prstGeom>
        </p:spPr>
        <p:txBody>
          <a:bodyPr>
            <a:normAutofit/>
          </a:bodyPr>
          <a:lstStyle>
            <a:lvl1pPr marL="0" indent="0">
              <a:buNone/>
              <a:defRPr sz="1300"/>
            </a:lvl1pPr>
          </a:lstStyle>
          <a:p>
            <a:pPr lvl="0"/>
            <a:r>
              <a:rPr lang="en-US" altLang="ko-KR"/>
              <a:t>Theme Name/Category Name</a:t>
            </a:r>
          </a:p>
        </p:txBody>
      </p:sp>
      <p:sp>
        <p:nvSpPr>
          <p:cNvPr id="91" name="텍스트 개체 틀 86">
            <a:extLst>
              <a:ext uri="{FF2B5EF4-FFF2-40B4-BE49-F238E27FC236}">
                <a16:creationId xmlns:a16="http://schemas.microsoft.com/office/drawing/2014/main" id="{41258335-D236-0EFC-EB57-5E8F2683BF1E}"/>
              </a:ext>
            </a:extLst>
          </p:cNvPr>
          <p:cNvSpPr>
            <a:spLocks noGrp="1"/>
          </p:cNvSpPr>
          <p:nvPr>
            <p:ph type="body" sz="quarter" idx="19" hasCustomPrompt="1"/>
          </p:nvPr>
        </p:nvSpPr>
        <p:spPr>
          <a:xfrm>
            <a:off x="657240" y="5328444"/>
            <a:ext cx="3113220" cy="538956"/>
          </a:xfrm>
          <a:prstGeom prst="rect">
            <a:avLst/>
          </a:prstGeom>
        </p:spPr>
        <p:txBody>
          <a:bodyPr>
            <a:normAutofit/>
          </a:bodyPr>
          <a:lstStyle>
            <a:lvl1pPr marL="0" indent="0">
              <a:buNone/>
              <a:defRPr sz="1100">
                <a:solidFill>
                  <a:schemeClr val="bg1">
                    <a:lumMod val="50000"/>
                  </a:schemeClr>
                </a:solidFill>
              </a:defRPr>
            </a:lvl1pPr>
          </a:lstStyle>
          <a:p>
            <a:pPr lvl="0"/>
            <a:r>
              <a:rPr lang="en-US" altLang="ko-KR"/>
              <a:t>Description</a:t>
            </a:r>
          </a:p>
        </p:txBody>
      </p:sp>
      <p:sp>
        <p:nvSpPr>
          <p:cNvPr id="92" name="그림 개체 틀 83">
            <a:extLst>
              <a:ext uri="{FF2B5EF4-FFF2-40B4-BE49-F238E27FC236}">
                <a16:creationId xmlns:a16="http://schemas.microsoft.com/office/drawing/2014/main" id="{FC75F35A-8C5F-1CD6-8CB0-5569ED06B30A}"/>
              </a:ext>
            </a:extLst>
          </p:cNvPr>
          <p:cNvSpPr>
            <a:spLocks noGrp="1"/>
          </p:cNvSpPr>
          <p:nvPr>
            <p:ph type="pic" sz="quarter" idx="20"/>
          </p:nvPr>
        </p:nvSpPr>
        <p:spPr>
          <a:xfrm>
            <a:off x="4488851" y="1834022"/>
            <a:ext cx="3102588" cy="3209226"/>
          </a:xfrm>
          <a:prstGeom prst="rect">
            <a:avLst/>
          </a:prstGeom>
        </p:spPr>
        <p:txBody>
          <a:bodyPr/>
          <a:lstStyle/>
          <a:p>
            <a:r>
              <a:rPr lang="ko-KR" altLang="en-US"/>
              <a:t>그림을 추가하려면 아이콘을 클릭하십시오</a:t>
            </a:r>
          </a:p>
        </p:txBody>
      </p:sp>
      <p:sp>
        <p:nvSpPr>
          <p:cNvPr id="93" name="텍스트 개체 틀 86">
            <a:extLst>
              <a:ext uri="{FF2B5EF4-FFF2-40B4-BE49-F238E27FC236}">
                <a16:creationId xmlns:a16="http://schemas.microsoft.com/office/drawing/2014/main" id="{AF4AD10C-FCE4-E9BC-BAC9-7B7DC388D1B1}"/>
              </a:ext>
            </a:extLst>
          </p:cNvPr>
          <p:cNvSpPr>
            <a:spLocks noGrp="1"/>
          </p:cNvSpPr>
          <p:nvPr>
            <p:ph type="body" sz="quarter" idx="21" hasCustomPrompt="1"/>
          </p:nvPr>
        </p:nvSpPr>
        <p:spPr>
          <a:xfrm>
            <a:off x="4488851" y="5094889"/>
            <a:ext cx="3102588" cy="261274"/>
          </a:xfrm>
          <a:prstGeom prst="rect">
            <a:avLst/>
          </a:prstGeom>
        </p:spPr>
        <p:txBody>
          <a:bodyPr>
            <a:normAutofit/>
          </a:bodyPr>
          <a:lstStyle>
            <a:lvl1pPr marL="0" indent="0">
              <a:buNone/>
              <a:defRPr sz="1300"/>
            </a:lvl1pPr>
          </a:lstStyle>
          <a:p>
            <a:pPr lvl="0"/>
            <a:r>
              <a:rPr lang="en-US" altLang="ko-KR"/>
              <a:t>Theme Name/Category Name</a:t>
            </a:r>
          </a:p>
        </p:txBody>
      </p:sp>
      <p:sp>
        <p:nvSpPr>
          <p:cNvPr id="94" name="텍스트 개체 틀 86">
            <a:extLst>
              <a:ext uri="{FF2B5EF4-FFF2-40B4-BE49-F238E27FC236}">
                <a16:creationId xmlns:a16="http://schemas.microsoft.com/office/drawing/2014/main" id="{1468D58B-0701-716E-AF1A-554FA99F61C5}"/>
              </a:ext>
            </a:extLst>
          </p:cNvPr>
          <p:cNvSpPr>
            <a:spLocks noGrp="1"/>
          </p:cNvSpPr>
          <p:nvPr>
            <p:ph type="body" sz="quarter" idx="22" hasCustomPrompt="1"/>
          </p:nvPr>
        </p:nvSpPr>
        <p:spPr>
          <a:xfrm>
            <a:off x="4488851" y="5328444"/>
            <a:ext cx="3113220" cy="538956"/>
          </a:xfrm>
          <a:prstGeom prst="rect">
            <a:avLst/>
          </a:prstGeom>
        </p:spPr>
        <p:txBody>
          <a:bodyPr>
            <a:normAutofit/>
          </a:bodyPr>
          <a:lstStyle>
            <a:lvl1pPr marL="0" indent="0">
              <a:buNone/>
              <a:defRPr sz="1100">
                <a:solidFill>
                  <a:schemeClr val="bg1">
                    <a:lumMod val="50000"/>
                  </a:schemeClr>
                </a:solidFill>
              </a:defRPr>
            </a:lvl1pPr>
          </a:lstStyle>
          <a:p>
            <a:pPr lvl="0"/>
            <a:r>
              <a:rPr lang="en-US" altLang="ko-KR"/>
              <a:t>Description</a:t>
            </a:r>
          </a:p>
        </p:txBody>
      </p:sp>
      <p:sp>
        <p:nvSpPr>
          <p:cNvPr id="105" name="TextBox 57">
            <a:extLst>
              <a:ext uri="{FF2B5EF4-FFF2-40B4-BE49-F238E27FC236}">
                <a16:creationId xmlns:a16="http://schemas.microsoft.com/office/drawing/2014/main" id="{E95A40C8-73E9-EB13-03D0-26523A89DAF5}"/>
              </a:ext>
            </a:extLst>
          </p:cNvPr>
          <p:cNvSpPr txBox="1">
            <a:spLocks noGrp="1" noRot="1" noMove="1" noResize="1" noEditPoints="1" noAdjustHandles="1" noChangeArrowheads="1" noChangeShapeType="1"/>
          </p:cNvSpPr>
          <p:nvPr/>
        </p:nvSpPr>
        <p:spPr>
          <a:xfrm>
            <a:off x="10276713" y="6434647"/>
            <a:ext cx="1748098" cy="124265"/>
          </a:xfrm>
          <a:prstGeom prst="rect">
            <a:avLst/>
          </a:prstGeom>
        </p:spPr>
        <p:txBody>
          <a:bodyPr wrap="square" lIns="0" tIns="0" rIns="0" bIns="0" rtlCol="0" anchor="t">
            <a:spAutoFit/>
          </a:bodyPr>
          <a:lstStyle/>
          <a:p>
            <a:pPr algn="l">
              <a:lnSpc>
                <a:spcPts val="1120"/>
              </a:lnSpc>
            </a:pPr>
            <a:r>
              <a:rPr lang="en-US" sz="800" spc="5">
                <a:solidFill>
                  <a:srgbClr val="C1C6C7"/>
                </a:solidFill>
                <a:latin typeface="EH Normal Thin" panose="00000500000000000000" pitchFamily="50" charset="0"/>
              </a:rPr>
              <a:t>CONFIDENTIAL DOCUMENT</a:t>
            </a:r>
          </a:p>
        </p:txBody>
      </p:sp>
      <p:sp>
        <p:nvSpPr>
          <p:cNvPr id="3" name="그림 개체 틀 83">
            <a:extLst>
              <a:ext uri="{FF2B5EF4-FFF2-40B4-BE49-F238E27FC236}">
                <a16:creationId xmlns:a16="http://schemas.microsoft.com/office/drawing/2014/main" id="{4F3D1CD9-1973-54DE-B503-376899C1FF99}"/>
              </a:ext>
            </a:extLst>
          </p:cNvPr>
          <p:cNvSpPr>
            <a:spLocks noGrp="1"/>
          </p:cNvSpPr>
          <p:nvPr>
            <p:ph type="pic" sz="quarter" idx="24"/>
          </p:nvPr>
        </p:nvSpPr>
        <p:spPr>
          <a:xfrm>
            <a:off x="8421541" y="1834022"/>
            <a:ext cx="3102588" cy="3209226"/>
          </a:xfrm>
          <a:prstGeom prst="rect">
            <a:avLst/>
          </a:prstGeom>
        </p:spPr>
        <p:txBody>
          <a:bodyPr/>
          <a:lstStyle/>
          <a:p>
            <a:r>
              <a:rPr lang="ko-KR" altLang="en-US"/>
              <a:t>그림을 추가하려면 아이콘을 클릭하십시오</a:t>
            </a:r>
          </a:p>
        </p:txBody>
      </p:sp>
      <p:sp>
        <p:nvSpPr>
          <p:cNvPr id="4" name="텍스트 개체 틀 86">
            <a:extLst>
              <a:ext uri="{FF2B5EF4-FFF2-40B4-BE49-F238E27FC236}">
                <a16:creationId xmlns:a16="http://schemas.microsoft.com/office/drawing/2014/main" id="{3A3547DF-F889-7867-D0E5-0C4DD40BB5D1}"/>
              </a:ext>
            </a:extLst>
          </p:cNvPr>
          <p:cNvSpPr>
            <a:spLocks noGrp="1"/>
          </p:cNvSpPr>
          <p:nvPr>
            <p:ph type="body" sz="quarter" idx="25" hasCustomPrompt="1"/>
          </p:nvPr>
        </p:nvSpPr>
        <p:spPr>
          <a:xfrm>
            <a:off x="8421541" y="5094889"/>
            <a:ext cx="3102588" cy="261274"/>
          </a:xfrm>
          <a:prstGeom prst="rect">
            <a:avLst/>
          </a:prstGeom>
        </p:spPr>
        <p:txBody>
          <a:bodyPr>
            <a:normAutofit/>
          </a:bodyPr>
          <a:lstStyle>
            <a:lvl1pPr marL="0" indent="0">
              <a:buNone/>
              <a:defRPr sz="1300"/>
            </a:lvl1pPr>
          </a:lstStyle>
          <a:p>
            <a:pPr lvl="0"/>
            <a:r>
              <a:rPr lang="en-US" altLang="ko-KR"/>
              <a:t>Theme Name/Category Name</a:t>
            </a:r>
          </a:p>
        </p:txBody>
      </p:sp>
      <p:sp>
        <p:nvSpPr>
          <p:cNvPr id="5" name="텍스트 개체 틀 86">
            <a:extLst>
              <a:ext uri="{FF2B5EF4-FFF2-40B4-BE49-F238E27FC236}">
                <a16:creationId xmlns:a16="http://schemas.microsoft.com/office/drawing/2014/main" id="{E5B5D216-5330-7F0A-BE44-A53CEE81EC95}"/>
              </a:ext>
            </a:extLst>
          </p:cNvPr>
          <p:cNvSpPr>
            <a:spLocks noGrp="1"/>
          </p:cNvSpPr>
          <p:nvPr>
            <p:ph type="body" sz="quarter" idx="26" hasCustomPrompt="1"/>
          </p:nvPr>
        </p:nvSpPr>
        <p:spPr>
          <a:xfrm>
            <a:off x="8421540" y="5328444"/>
            <a:ext cx="3113220" cy="538956"/>
          </a:xfrm>
          <a:prstGeom prst="rect">
            <a:avLst/>
          </a:prstGeom>
        </p:spPr>
        <p:txBody>
          <a:bodyPr>
            <a:normAutofit/>
          </a:bodyPr>
          <a:lstStyle>
            <a:lvl1pPr marL="0" indent="0">
              <a:buNone/>
              <a:defRPr sz="1100">
                <a:solidFill>
                  <a:schemeClr val="bg1">
                    <a:lumMod val="50000"/>
                  </a:schemeClr>
                </a:solidFill>
              </a:defRPr>
            </a:lvl1pPr>
          </a:lstStyle>
          <a:p>
            <a:pPr lvl="0"/>
            <a:r>
              <a:rPr lang="en-US" altLang="ko-KR"/>
              <a:t>Description</a:t>
            </a:r>
          </a:p>
        </p:txBody>
      </p:sp>
      <p:sp>
        <p:nvSpPr>
          <p:cNvPr id="10" name="슬라이드 번호 개체 틀 5">
            <a:extLst>
              <a:ext uri="{FF2B5EF4-FFF2-40B4-BE49-F238E27FC236}">
                <a16:creationId xmlns:a16="http://schemas.microsoft.com/office/drawing/2014/main" id="{5CC54B57-BCDB-136C-28B6-BBA3FACE5724}"/>
              </a:ext>
            </a:extLst>
          </p:cNvPr>
          <p:cNvSpPr>
            <a:spLocks noGrp="1"/>
          </p:cNvSpPr>
          <p:nvPr>
            <p:ph type="sldNum" sz="quarter" idx="4"/>
          </p:nvPr>
        </p:nvSpPr>
        <p:spPr>
          <a:xfrm>
            <a:off x="11658602" y="6434647"/>
            <a:ext cx="249017" cy="124265"/>
          </a:xfrm>
          <a:prstGeom prst="rect">
            <a:avLst/>
          </a:prstGeom>
        </p:spPr>
        <p:txBody>
          <a:bodyPr wrap="square" lIns="0" tIns="0" rIns="0" bIns="0" rtlCol="0" anchor="t">
            <a:spAutoFit/>
          </a:bodyPr>
          <a:lstStyle>
            <a:lvl1pPr algn="r">
              <a:defRPr lang="ko-KR" altLang="en-US" sz="800" spc="5" smtClean="0">
                <a:solidFill>
                  <a:schemeClr val="tx1"/>
                </a:solidFill>
                <a:latin typeface="EH Normal Thin" panose="00000500000000000000" pitchFamily="50" charset="0"/>
              </a:defRPr>
            </a:lvl1pPr>
          </a:lstStyle>
          <a:p>
            <a:fld id="{AEBC7A22-19B5-40E7-ACBC-3937A2317170}" type="slidenum">
              <a:rPr lang="ko-KR" altLang="en-US" smtClean="0"/>
              <a:t>‹#›</a:t>
            </a:fld>
            <a:endParaRPr lang="ko-KR" altLang="en-US"/>
          </a:p>
        </p:txBody>
      </p:sp>
      <p:cxnSp>
        <p:nvCxnSpPr>
          <p:cNvPr id="11" name="Straight Connector 8">
            <a:extLst>
              <a:ext uri="{FF2B5EF4-FFF2-40B4-BE49-F238E27FC236}">
                <a16:creationId xmlns:a16="http://schemas.microsoft.com/office/drawing/2014/main" id="{E8F821D7-6FBB-BE2D-20B5-E18355714DD4}"/>
              </a:ext>
            </a:extLst>
          </p:cNvPr>
          <p:cNvCxnSpPr>
            <a:cxnSpLocks/>
          </p:cNvCxnSpPr>
          <p:nvPr userDrawn="1"/>
        </p:nvCxnSpPr>
        <p:spPr>
          <a:xfrm>
            <a:off x="288000" y="315914"/>
            <a:ext cx="0" cy="6228000"/>
          </a:xfrm>
          <a:prstGeom prst="line">
            <a:avLst/>
          </a:prstGeom>
          <a:noFill/>
          <a:ln w="6350" cap="flat" cmpd="sng" algn="ctr">
            <a:solidFill>
              <a:srgbClr val="000000"/>
            </a:solidFill>
            <a:prstDash val="solid"/>
            <a:miter lim="800000"/>
          </a:ln>
          <a:effectLst/>
        </p:spPr>
      </p:cxnSp>
      <p:cxnSp>
        <p:nvCxnSpPr>
          <p:cNvPr id="12" name="Straight Connector 15">
            <a:extLst>
              <a:ext uri="{FF2B5EF4-FFF2-40B4-BE49-F238E27FC236}">
                <a16:creationId xmlns:a16="http://schemas.microsoft.com/office/drawing/2014/main" id="{639E925C-CA4C-D6AF-C522-F7840A8150DA}"/>
              </a:ext>
            </a:extLst>
          </p:cNvPr>
          <p:cNvCxnSpPr>
            <a:cxnSpLocks/>
          </p:cNvCxnSpPr>
          <p:nvPr userDrawn="1"/>
        </p:nvCxnSpPr>
        <p:spPr>
          <a:xfrm>
            <a:off x="11905200" y="316800"/>
            <a:ext cx="0" cy="5976000"/>
          </a:xfrm>
          <a:prstGeom prst="line">
            <a:avLst/>
          </a:prstGeom>
          <a:noFill/>
          <a:ln w="6350" cap="flat" cmpd="sng" algn="ctr">
            <a:solidFill>
              <a:srgbClr val="000000"/>
            </a:solidFill>
            <a:prstDash val="solid"/>
            <a:miter lim="800000"/>
          </a:ln>
          <a:effectLst/>
        </p:spPr>
      </p:cxnSp>
      <p:sp>
        <p:nvSpPr>
          <p:cNvPr id="13" name="텍스트 개체 틀 81">
            <a:extLst>
              <a:ext uri="{FF2B5EF4-FFF2-40B4-BE49-F238E27FC236}">
                <a16:creationId xmlns:a16="http://schemas.microsoft.com/office/drawing/2014/main" id="{9D166A65-FE8A-6C99-C13F-0EB9332D331D}"/>
              </a:ext>
            </a:extLst>
          </p:cNvPr>
          <p:cNvSpPr>
            <a:spLocks noGrp="1"/>
          </p:cNvSpPr>
          <p:nvPr>
            <p:ph type="body" sz="quarter" idx="13" hasCustomPrompt="1"/>
          </p:nvPr>
        </p:nvSpPr>
        <p:spPr>
          <a:xfrm>
            <a:off x="6236724" y="250594"/>
            <a:ext cx="5500735" cy="495349"/>
          </a:xfrm>
          <a:prstGeom prst="rect">
            <a:avLst/>
          </a:prstGeom>
        </p:spPr>
        <p:txBody>
          <a:bodyPr>
            <a:noAutofit/>
          </a:bodyPr>
          <a:lstStyle>
            <a:lvl1pPr marL="0" indent="0" algn="r">
              <a:buNone/>
              <a:defRPr sz="3000">
                <a:latin typeface="맑은 고딕" panose="020B0503020000020004" pitchFamily="50" charset="-127"/>
              </a:defRPr>
            </a:lvl1pPr>
          </a:lstStyle>
          <a:p>
            <a:pPr lvl="0"/>
            <a:r>
              <a:rPr lang="en-US" altLang="ko-KR"/>
              <a:t>Section Title</a:t>
            </a:r>
            <a:endParaRPr lang="ko-KR" altLang="en-US"/>
          </a:p>
        </p:txBody>
      </p:sp>
      <p:sp>
        <p:nvSpPr>
          <p:cNvPr id="14" name="텍스트 개체 틀 86">
            <a:extLst>
              <a:ext uri="{FF2B5EF4-FFF2-40B4-BE49-F238E27FC236}">
                <a16:creationId xmlns:a16="http://schemas.microsoft.com/office/drawing/2014/main" id="{FF545F96-4486-DD38-5592-48EDB05B4FB2}"/>
              </a:ext>
            </a:extLst>
          </p:cNvPr>
          <p:cNvSpPr>
            <a:spLocks noGrp="1"/>
          </p:cNvSpPr>
          <p:nvPr>
            <p:ph type="body" sz="quarter" idx="23" hasCustomPrompt="1"/>
          </p:nvPr>
        </p:nvSpPr>
        <p:spPr>
          <a:xfrm>
            <a:off x="6234536" y="855698"/>
            <a:ext cx="5500736" cy="261274"/>
          </a:xfrm>
          <a:prstGeom prst="rect">
            <a:avLst/>
          </a:prstGeom>
        </p:spPr>
        <p:txBody>
          <a:bodyPr>
            <a:noAutofit/>
          </a:bodyPr>
          <a:lstStyle>
            <a:lvl1pPr marL="0" indent="0" algn="r">
              <a:buNone/>
              <a:defRPr sz="1200">
                <a:latin typeface="맑은 고딕" panose="020B0503020000020004" pitchFamily="50" charset="-127"/>
                <a:ea typeface="맑은 고딕" panose="020B0503020000020004" pitchFamily="50" charset="-127"/>
              </a:defRPr>
            </a:lvl1pPr>
          </a:lstStyle>
          <a:p>
            <a:pPr lvl="0"/>
            <a:r>
              <a:rPr lang="en-US" altLang="ko-KR"/>
              <a:t>Theme Name/Category Name</a:t>
            </a:r>
          </a:p>
        </p:txBody>
      </p:sp>
    </p:spTree>
    <p:extLst>
      <p:ext uri="{BB962C8B-B14F-4D97-AF65-F5344CB8AC3E}">
        <p14:creationId xmlns:p14="http://schemas.microsoft.com/office/powerpoint/2010/main" val="2438746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End page (국내용)">
    <p:spTree>
      <p:nvGrpSpPr>
        <p:cNvPr id="1" name=""/>
        <p:cNvGrpSpPr/>
        <p:nvPr/>
      </p:nvGrpSpPr>
      <p:grpSpPr>
        <a:xfrm>
          <a:off x="0" y="0"/>
          <a:ext cx="0" cy="0"/>
          <a:chOff x="0" y="0"/>
          <a:chExt cx="0" cy="0"/>
        </a:xfrm>
      </p:grpSpPr>
      <p:sp>
        <p:nvSpPr>
          <p:cNvPr id="2" name="TextBox 29">
            <a:extLst>
              <a:ext uri="{FF2B5EF4-FFF2-40B4-BE49-F238E27FC236}">
                <a16:creationId xmlns:a16="http://schemas.microsoft.com/office/drawing/2014/main" id="{1C3777A5-5B8A-1FB0-1915-3B41E9BECABF}"/>
              </a:ext>
            </a:extLst>
          </p:cNvPr>
          <p:cNvSpPr txBox="1">
            <a:spLocks noGrp="1" noRot="1" noMove="1" noResize="1" noEditPoints="1" noAdjustHandles="1" noChangeArrowheads="1" noChangeShapeType="1"/>
          </p:cNvSpPr>
          <p:nvPr/>
        </p:nvSpPr>
        <p:spPr>
          <a:xfrm>
            <a:off x="6516086" y="4723767"/>
            <a:ext cx="1446814" cy="384464"/>
          </a:xfrm>
          <a:prstGeom prst="rect">
            <a:avLst/>
          </a:prstGeom>
        </p:spPr>
        <p:txBody>
          <a:bodyPr wrap="square" lIns="0" tIns="0" rIns="0" bIns="0" rtlCol="0" anchor="t">
            <a:spAutoFit/>
          </a:bodyPr>
          <a:lstStyle/>
          <a:p>
            <a:pPr algn="l">
              <a:lnSpc>
                <a:spcPts val="1550"/>
              </a:lnSpc>
            </a:pPr>
            <a:r>
              <a:rPr lang="en-US" sz="1100" spc="7">
                <a:solidFill>
                  <a:srgbClr val="000000"/>
                </a:solidFill>
                <a:latin typeface="+mn-lt"/>
              </a:rPr>
              <a:t>info@cosmax.com</a:t>
            </a:r>
          </a:p>
          <a:p>
            <a:pPr algn="l">
              <a:lnSpc>
                <a:spcPts val="1550"/>
              </a:lnSpc>
            </a:pPr>
            <a:r>
              <a:rPr lang="en-US" sz="1100" spc="7">
                <a:solidFill>
                  <a:srgbClr val="000000"/>
                </a:solidFill>
                <a:latin typeface="+mn-lt"/>
              </a:rPr>
              <a:t>m.cosmax.com</a:t>
            </a:r>
          </a:p>
        </p:txBody>
      </p:sp>
      <p:sp>
        <p:nvSpPr>
          <p:cNvPr id="29" name="TextBox 30">
            <a:extLst>
              <a:ext uri="{FF2B5EF4-FFF2-40B4-BE49-F238E27FC236}">
                <a16:creationId xmlns:a16="http://schemas.microsoft.com/office/drawing/2014/main" id="{FD68B77A-F907-AF91-0AC7-80A5B3C5CF5F}"/>
              </a:ext>
            </a:extLst>
          </p:cNvPr>
          <p:cNvSpPr txBox="1">
            <a:spLocks noGrp="1" noRot="1" noMove="1" noResize="1" noEditPoints="1" noAdjustHandles="1" noChangeArrowheads="1" noChangeShapeType="1"/>
          </p:cNvSpPr>
          <p:nvPr/>
        </p:nvSpPr>
        <p:spPr>
          <a:xfrm>
            <a:off x="6489702" y="3191390"/>
            <a:ext cx="1876592" cy="1000017"/>
          </a:xfrm>
          <a:prstGeom prst="rect">
            <a:avLst/>
          </a:prstGeom>
        </p:spPr>
        <p:txBody>
          <a:bodyPr lIns="0" tIns="0" rIns="0" bIns="0" rtlCol="0" anchor="t">
            <a:spAutoFit/>
          </a:bodyPr>
          <a:lstStyle/>
          <a:p>
            <a:pPr algn="l">
              <a:lnSpc>
                <a:spcPts val="1550"/>
              </a:lnSpc>
            </a:pPr>
            <a:r>
              <a:rPr lang="en-US" sz="1100" spc="7">
                <a:solidFill>
                  <a:srgbClr val="000000"/>
                </a:solidFill>
                <a:latin typeface="+mn-lt"/>
              </a:rPr>
              <a:t>Cosmax Building E&amp; F,</a:t>
            </a:r>
          </a:p>
          <a:p>
            <a:pPr algn="l">
              <a:lnSpc>
                <a:spcPts val="1550"/>
              </a:lnSpc>
            </a:pPr>
            <a:r>
              <a:rPr lang="en-US" sz="1100" spc="7">
                <a:solidFill>
                  <a:srgbClr val="000000"/>
                </a:solidFill>
                <a:latin typeface="+mn-lt"/>
              </a:rPr>
              <a:t>Pangyo Innovation Valley, </a:t>
            </a:r>
          </a:p>
          <a:p>
            <a:pPr algn="l">
              <a:lnSpc>
                <a:spcPts val="1550"/>
              </a:lnSpc>
            </a:pPr>
            <a:r>
              <a:rPr lang="en-US" sz="1100" spc="7">
                <a:solidFill>
                  <a:srgbClr val="000000"/>
                </a:solidFill>
                <a:latin typeface="+mn-lt"/>
              </a:rPr>
              <a:t>255 Pangyo-ro, Bundang-gu, Seongnam-si, Gyeonggi-do Korea</a:t>
            </a:r>
          </a:p>
        </p:txBody>
      </p:sp>
      <p:sp>
        <p:nvSpPr>
          <p:cNvPr id="106" name="직사각형 105">
            <a:extLst>
              <a:ext uri="{FF2B5EF4-FFF2-40B4-BE49-F238E27FC236}">
                <a16:creationId xmlns:a16="http://schemas.microsoft.com/office/drawing/2014/main" id="{797586E8-2E4B-914F-1FEC-33FDDD9F2D06}"/>
              </a:ext>
            </a:extLst>
          </p:cNvPr>
          <p:cNvSpPr/>
          <p:nvPr/>
        </p:nvSpPr>
        <p:spPr>
          <a:xfrm>
            <a:off x="11620500" y="6621626"/>
            <a:ext cx="533400" cy="2279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a:p>
        </p:txBody>
      </p:sp>
      <p:sp>
        <p:nvSpPr>
          <p:cNvPr id="107" name="직사각형 106">
            <a:extLst>
              <a:ext uri="{FF2B5EF4-FFF2-40B4-BE49-F238E27FC236}">
                <a16:creationId xmlns:a16="http://schemas.microsoft.com/office/drawing/2014/main" id="{4EE102C5-1699-0C2A-8C20-1FD5C358F183}"/>
              </a:ext>
            </a:extLst>
          </p:cNvPr>
          <p:cNvSpPr>
            <a:spLocks/>
          </p:cNvSpPr>
          <p:nvPr/>
        </p:nvSpPr>
        <p:spPr>
          <a:xfrm>
            <a:off x="11931904" y="6431818"/>
            <a:ext cx="251631" cy="3796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a:p>
        </p:txBody>
      </p:sp>
      <p:pic>
        <p:nvPicPr>
          <p:cNvPr id="3" name="Picture 2">
            <a:extLst>
              <a:ext uri="{FF2B5EF4-FFF2-40B4-BE49-F238E27FC236}">
                <a16:creationId xmlns:a16="http://schemas.microsoft.com/office/drawing/2014/main" id="{F733C849-54DB-06EF-0BAB-18B8ADFBC98F}"/>
              </a:ext>
            </a:extLst>
          </p:cNvPr>
          <p:cNvPicPr>
            <a:picLocks noGrp="1" noRot="1" noMove="1" noResize="1" noEditPoints="1" noAdjustHandles="1" noChangeArrowheads="1" noChangeShapeType="1" noCrop="1"/>
          </p:cNvPicPr>
          <p:nvPr/>
        </p:nvPicPr>
        <p:blipFill>
          <a:blip r:embed="rId2"/>
          <a:stretch>
            <a:fillRect/>
          </a:stretch>
        </p:blipFill>
        <p:spPr>
          <a:xfrm>
            <a:off x="573654" y="3125107"/>
            <a:ext cx="2730500" cy="501650"/>
          </a:xfrm>
          <a:prstGeom prst="rect">
            <a:avLst/>
          </a:prstGeom>
        </p:spPr>
      </p:pic>
      <p:cxnSp>
        <p:nvCxnSpPr>
          <p:cNvPr id="4" name="Straight Connector 8">
            <a:extLst>
              <a:ext uri="{FF2B5EF4-FFF2-40B4-BE49-F238E27FC236}">
                <a16:creationId xmlns:a16="http://schemas.microsoft.com/office/drawing/2014/main" id="{7D7BE9E5-940E-396C-9066-DC175D7FAB83}"/>
              </a:ext>
            </a:extLst>
          </p:cNvPr>
          <p:cNvCxnSpPr>
            <a:cxnSpLocks noGrp="1" noRot="1" noMove="1" noResize="1" noEditPoints="1" noAdjustHandles="1" noChangeArrowheads="1" noChangeShapeType="1"/>
          </p:cNvCxnSpPr>
          <p:nvPr/>
        </p:nvCxnSpPr>
        <p:spPr>
          <a:xfrm>
            <a:off x="288000" y="315914"/>
            <a:ext cx="0" cy="6228000"/>
          </a:xfrm>
          <a:prstGeom prst="line">
            <a:avLst/>
          </a:prstGeom>
          <a:noFill/>
          <a:ln w="6350" cap="flat" cmpd="sng" algn="ctr">
            <a:solidFill>
              <a:srgbClr val="000000"/>
            </a:solidFill>
            <a:prstDash val="solid"/>
            <a:miter lim="800000"/>
          </a:ln>
          <a:effectLst/>
        </p:spPr>
      </p:cxnSp>
      <p:cxnSp>
        <p:nvCxnSpPr>
          <p:cNvPr id="26" name="Straight Connector 6">
            <a:extLst>
              <a:ext uri="{FF2B5EF4-FFF2-40B4-BE49-F238E27FC236}">
                <a16:creationId xmlns:a16="http://schemas.microsoft.com/office/drawing/2014/main" id="{6388B386-334C-474E-600C-81EF178546A0}"/>
              </a:ext>
            </a:extLst>
          </p:cNvPr>
          <p:cNvCxnSpPr>
            <a:cxnSpLocks noGrp="1" noRot="1" noMove="1" noResize="1" noEditPoints="1" noAdjustHandles="1" noChangeArrowheads="1" noChangeShapeType="1"/>
          </p:cNvCxnSpPr>
          <p:nvPr/>
        </p:nvCxnSpPr>
        <p:spPr>
          <a:xfrm>
            <a:off x="6096000" y="315914"/>
            <a:ext cx="0" cy="6228000"/>
          </a:xfrm>
          <a:prstGeom prst="line">
            <a:avLst/>
          </a:prstGeom>
          <a:noFill/>
          <a:ln w="6350" cap="flat" cmpd="sng" algn="ctr">
            <a:solidFill>
              <a:srgbClr val="000000"/>
            </a:solidFill>
            <a:prstDash val="solid"/>
            <a:miter lim="800000"/>
          </a:ln>
          <a:effectLst/>
        </p:spPr>
      </p:cxnSp>
      <p:cxnSp>
        <p:nvCxnSpPr>
          <p:cNvPr id="8" name="Straight Connector 8">
            <a:extLst>
              <a:ext uri="{FF2B5EF4-FFF2-40B4-BE49-F238E27FC236}">
                <a16:creationId xmlns:a16="http://schemas.microsoft.com/office/drawing/2014/main" id="{3CF2FF0E-4804-AF8D-6112-9340137A31A6}"/>
              </a:ext>
            </a:extLst>
          </p:cNvPr>
          <p:cNvCxnSpPr>
            <a:cxnSpLocks/>
          </p:cNvCxnSpPr>
          <p:nvPr userDrawn="1"/>
        </p:nvCxnSpPr>
        <p:spPr>
          <a:xfrm>
            <a:off x="11905200" y="316800"/>
            <a:ext cx="0" cy="6228000"/>
          </a:xfrm>
          <a:prstGeom prst="line">
            <a:avLst/>
          </a:prstGeom>
          <a:noFill/>
          <a:ln w="6350" cap="flat" cmpd="sng" algn="ctr">
            <a:solidFill>
              <a:srgbClr val="000000"/>
            </a:solidFill>
            <a:prstDash val="solid"/>
            <a:miter lim="800000"/>
          </a:ln>
          <a:effectLst/>
        </p:spPr>
      </p:cxnSp>
    </p:spTree>
    <p:extLst>
      <p:ext uri="{BB962C8B-B14F-4D97-AF65-F5344CB8AC3E}">
        <p14:creationId xmlns:p14="http://schemas.microsoft.com/office/powerpoint/2010/main" val="26810250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D359020-8AA9-23B5-96F1-5A1877011F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041B7A4A-AD88-FCF9-ED7F-61435D9B3F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F7C9D20-12A7-967E-5F9B-B321042856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맑은 고딕" panose="020B0503020000020004" pitchFamily="50" charset="-127"/>
                <a:ea typeface="맑은 고딕" panose="020B0503020000020004" pitchFamily="50" charset="-127"/>
              </a:defRPr>
            </a:lvl1pPr>
          </a:lstStyle>
          <a:p>
            <a:endParaRPr lang="ko-KR" altLang="en-US"/>
          </a:p>
        </p:txBody>
      </p:sp>
      <p:sp>
        <p:nvSpPr>
          <p:cNvPr id="5" name="바닥글 개체 틀 4">
            <a:extLst>
              <a:ext uri="{FF2B5EF4-FFF2-40B4-BE49-F238E27FC236}">
                <a16:creationId xmlns:a16="http://schemas.microsoft.com/office/drawing/2014/main" id="{4775DB02-694A-24B4-91A6-9256A468CD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맑은 고딕" panose="020B0503020000020004" pitchFamily="50" charset="-127"/>
                <a:ea typeface="맑은 고딕" panose="020B0503020000020004" pitchFamily="50" charset="-127"/>
              </a:defRPr>
            </a:lvl1pPr>
          </a:lstStyle>
          <a:p>
            <a:endParaRPr lang="ko-KR" altLang="en-US"/>
          </a:p>
        </p:txBody>
      </p:sp>
      <p:sp>
        <p:nvSpPr>
          <p:cNvPr id="6" name="슬라이드 번호 개체 틀 5">
            <a:extLst>
              <a:ext uri="{FF2B5EF4-FFF2-40B4-BE49-F238E27FC236}">
                <a16:creationId xmlns:a16="http://schemas.microsoft.com/office/drawing/2014/main" id="{1C594797-A2A5-8D40-EE9F-1A33AE9B21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맑은 고딕" panose="020B0503020000020004" pitchFamily="50" charset="-127"/>
                <a:ea typeface="맑은 고딕" panose="020B0503020000020004" pitchFamily="50" charset="-127"/>
              </a:defRPr>
            </a:lvl1pPr>
          </a:lstStyle>
          <a:p>
            <a:fld id="{E1D33D4C-B64A-40ED-B5B8-11D6A234642D}" type="slidenum">
              <a:rPr lang="ko-KR" altLang="en-US" smtClean="0"/>
              <a:pPr/>
              <a:t>‹#›</a:t>
            </a:fld>
            <a:endParaRPr lang="ko-KR" altLang="en-US"/>
          </a:p>
        </p:txBody>
      </p:sp>
      <p:sp>
        <p:nvSpPr>
          <p:cNvPr id="7" name="슬라이드 번호 개체 틀 5">
            <a:extLst>
              <a:ext uri="{FF2B5EF4-FFF2-40B4-BE49-F238E27FC236}">
                <a16:creationId xmlns:a16="http://schemas.microsoft.com/office/drawing/2014/main" id="{6BE7B214-AC5F-EDE3-D1E6-69961DBD602F}"/>
              </a:ext>
            </a:extLst>
          </p:cNvPr>
          <p:cNvSpPr txBox="1">
            <a:spLocks/>
          </p:cNvSpPr>
          <p:nvPr userDrawn="1"/>
        </p:nvSpPr>
        <p:spPr>
          <a:xfrm>
            <a:off x="11658602" y="6434647"/>
            <a:ext cx="249017" cy="124265"/>
          </a:xfrm>
          <a:prstGeom prst="rect">
            <a:avLst/>
          </a:prstGeom>
        </p:spPr>
        <p:txBody>
          <a:bodyPr wrap="square" lIns="0" tIns="0" rIns="0" bIns="0" rtlCol="0" anchor="t">
            <a:spAutoFit/>
          </a:bodyPr>
          <a:lstStyle>
            <a:defPPr>
              <a:defRPr lang="ko-KR"/>
            </a:defPPr>
            <a:lvl1pPr marL="0" algn="r" defTabSz="914400" rtl="0" eaLnBrk="1" latinLnBrk="1" hangingPunct="1">
              <a:defRPr lang="ko-KR" altLang="en-US" sz="800" kern="1200" spc="5" smtClean="0">
                <a:solidFill>
                  <a:schemeClr val="tx1"/>
                </a:solidFill>
                <a:latin typeface="EH Normal Thin" panose="00000500000000000000" pitchFamily="50"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AEBC7A22-19B5-40E7-ACBC-3937A2317170}" type="slidenum">
              <a:rPr lang="en-US" altLang="ko-KR" smtClean="0">
                <a:ea typeface="맑은 고딕" panose="020B0503020000020004" pitchFamily="50" charset="-127"/>
              </a:rPr>
              <a:pPr/>
              <a:t>‹#›</a:t>
            </a:fld>
            <a:endParaRPr lang="ko-KR" altLang="en-US">
              <a:ea typeface="맑은 고딕" panose="020B0503020000020004" pitchFamily="50" charset="-127"/>
            </a:endParaRPr>
          </a:p>
        </p:txBody>
      </p:sp>
    </p:spTree>
    <p:extLst>
      <p:ext uri="{BB962C8B-B14F-4D97-AF65-F5344CB8AC3E}">
        <p14:creationId xmlns:p14="http://schemas.microsoft.com/office/powerpoint/2010/main" val="250024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맑은 고딕" panose="020B0503020000020004" pitchFamily="50" charset="-127"/>
          <a:ea typeface="맑은 고딕" panose="020B0503020000020004"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맑은 고딕" panose="020B0503020000020004" pitchFamily="50" charset="-127"/>
          <a:ea typeface="맑은 고딕" panose="020B0503020000020004"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맑은 고딕" panose="020B0503020000020004" pitchFamily="50" charset="-127"/>
          <a:ea typeface="맑은 고딕" panose="020B0503020000020004" pitchFamily="50"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맑은 고딕" panose="020B0503020000020004" pitchFamily="50" charset="-127"/>
          <a:ea typeface="맑은 고딕" panose="020B0503020000020004" pitchFamily="50"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맑은 고딕" panose="020B0503020000020004" pitchFamily="50" charset="-127"/>
          <a:ea typeface="맑은 고딕" panose="020B0503020000020004" pitchFamily="50"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맑은 고딕" panose="020B0503020000020004" pitchFamily="50" charset="-127"/>
          <a:ea typeface="맑은 고딕" panose="020B0503020000020004"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DD44289C-1183-DD1C-AFFD-F7359F17D0B1}"/>
              </a:ext>
            </a:extLst>
          </p:cNvPr>
          <p:cNvSpPr>
            <a:spLocks noGrp="1"/>
          </p:cNvSpPr>
          <p:nvPr>
            <p:ph type="body" sz="quarter" idx="11"/>
          </p:nvPr>
        </p:nvSpPr>
        <p:spPr>
          <a:xfrm>
            <a:off x="472545" y="4271433"/>
            <a:ext cx="4079655" cy="706967"/>
          </a:xfrm>
        </p:spPr>
        <p:txBody>
          <a:bodyPr vert="horz" lIns="91440" tIns="45720" rIns="91440" bIns="45720" rtlCol="0">
            <a:normAutofit/>
          </a:bodyPr>
          <a:lstStyle/>
          <a:p>
            <a:r>
              <a:rPr lang="en-US" altLang="ko-KR" sz="1600" b="1" dirty="0">
                <a:latin typeface="+mn-ea"/>
                <a:ea typeface="+mn-ea"/>
                <a:cs typeface="Malgun Gothic Semilight" panose="020B0502040204020203" pitchFamily="50" charset="-127"/>
              </a:rPr>
              <a:t>20XX. XX. </a:t>
            </a:r>
            <a:r>
              <a:rPr lang="en-US" altLang="ko-KR" sz="1600" b="1">
                <a:latin typeface="+mn-ea"/>
                <a:ea typeface="+mn-ea"/>
                <a:cs typeface="Malgun Gothic Semilight" panose="020B0502040204020203" pitchFamily="50" charset="-127"/>
              </a:rPr>
              <a:t>XX</a:t>
            </a:r>
            <a:endParaRPr lang="en-US" altLang="ko-KR" sz="1600" b="1" dirty="0">
              <a:latin typeface="+mn-ea"/>
              <a:ea typeface="+mn-ea"/>
              <a:cs typeface="Malgun Gothic Semilight" panose="020B0502040204020203" pitchFamily="50" charset="-127"/>
            </a:endParaRPr>
          </a:p>
          <a:p>
            <a:r>
              <a:rPr lang="en-US" altLang="ko-KR" sz="1600" b="1" dirty="0">
                <a:latin typeface="+mn-ea"/>
                <a:ea typeface="+mn-ea"/>
                <a:cs typeface="Malgun Gothic Semilight" panose="020B0502040204020203" pitchFamily="50" charset="-127"/>
              </a:rPr>
              <a:t>XX Lab</a:t>
            </a:r>
          </a:p>
        </p:txBody>
      </p:sp>
      <p:sp>
        <p:nvSpPr>
          <p:cNvPr id="3" name="텍스트 개체 틀 2">
            <a:extLst>
              <a:ext uri="{FF2B5EF4-FFF2-40B4-BE49-F238E27FC236}">
                <a16:creationId xmlns:a16="http://schemas.microsoft.com/office/drawing/2014/main" id="{8C3FA550-58C2-304B-3D70-77262E4CFB7A}"/>
              </a:ext>
            </a:extLst>
          </p:cNvPr>
          <p:cNvSpPr>
            <a:spLocks noGrp="1"/>
          </p:cNvSpPr>
          <p:nvPr>
            <p:ph type="body" sz="quarter" idx="12"/>
          </p:nvPr>
        </p:nvSpPr>
        <p:spPr>
          <a:xfrm>
            <a:off x="481012" y="2298881"/>
            <a:ext cx="5691187" cy="1591469"/>
          </a:xfrm>
        </p:spPr>
        <p:txBody>
          <a:bodyPr>
            <a:normAutofit/>
          </a:bodyPr>
          <a:lstStyle/>
          <a:p>
            <a:r>
              <a:rPr lang="en-US" altLang="ko-KR" sz="3200" b="1" dirty="0">
                <a:latin typeface="+mn-ea"/>
                <a:ea typeface="+mn-ea"/>
                <a:cs typeface="Malgun Gothic Semilight" panose="020B0502040204020203" pitchFamily="50" charset="-127"/>
              </a:rPr>
              <a:t>COSMAX R&amp;I</a:t>
            </a:r>
          </a:p>
          <a:p>
            <a:r>
              <a:rPr lang="ko-KR" altLang="en-US" sz="3200" b="1" dirty="0">
                <a:latin typeface="+mn-ea"/>
                <a:ea typeface="+mn-ea"/>
                <a:cs typeface="Malgun Gothic Semilight" panose="020B0502040204020203" pitchFamily="50" charset="-127"/>
              </a:rPr>
              <a:t>매출 분석 자료 </a:t>
            </a:r>
            <a:endParaRPr lang="en-US" altLang="ko-KR" sz="3200" b="1" dirty="0">
              <a:latin typeface="+mn-ea"/>
              <a:ea typeface="+mn-ea"/>
              <a:cs typeface="Malgun Gothic Semilight" panose="020B0502040204020203" pitchFamily="50" charset="-127"/>
            </a:endParaRPr>
          </a:p>
        </p:txBody>
      </p:sp>
    </p:spTree>
    <p:extLst>
      <p:ext uri="{BB962C8B-B14F-4D97-AF65-F5344CB8AC3E}">
        <p14:creationId xmlns:p14="http://schemas.microsoft.com/office/powerpoint/2010/main" val="3242770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FA069C9E-8FA0-5580-529A-1D80700C3EF4}"/>
              </a:ext>
            </a:extLst>
          </p:cNvPr>
          <p:cNvSpPr txBox="1"/>
          <p:nvPr/>
        </p:nvSpPr>
        <p:spPr>
          <a:xfrm>
            <a:off x="399561" y="254430"/>
            <a:ext cx="745076" cy="400110"/>
          </a:xfrm>
          <a:prstGeom prst="rect">
            <a:avLst/>
          </a:prstGeom>
          <a:noFill/>
        </p:spPr>
        <p:txBody>
          <a:bodyPr wrap="none" rtlCol="0">
            <a:spAutoFit/>
          </a:bodyPr>
          <a:lstStyle/>
          <a:p>
            <a:pPr marL="0" marR="0" lvl="0" indent="0"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1" lang="ko-KR" altLang="en-US" sz="2000" b="1" i="0" u="none" strike="noStrike" kern="1200" spc="-110" baseline="0" dirty="0">
                <a:ln>
                  <a:solidFill>
                    <a:srgbClr val="4F81BD">
                      <a:alpha val="0"/>
                    </a:srgbClr>
                  </a:solidFill>
                </a:ln>
                <a:latin typeface="+mn-ea"/>
                <a:cs typeface="Arial" charset="0"/>
                <a:sym typeface="Calibri"/>
              </a:rPr>
              <a:t>목 차</a:t>
            </a:r>
            <a:endParaRPr kumimoji="1" lang="en-US" altLang="ko-KR" sz="2000" b="1" i="0" u="none" strike="noStrike" kern="1200" spc="-110" baseline="0" dirty="0">
              <a:ln>
                <a:solidFill>
                  <a:srgbClr val="4F81BD">
                    <a:alpha val="0"/>
                  </a:srgbClr>
                </a:solidFill>
              </a:ln>
              <a:latin typeface="+mn-ea"/>
              <a:cs typeface="Arial" charset="0"/>
            </a:endParaRPr>
          </a:p>
        </p:txBody>
      </p:sp>
      <p:sp>
        <p:nvSpPr>
          <p:cNvPr id="37" name="TextBox 36">
            <a:extLst>
              <a:ext uri="{FF2B5EF4-FFF2-40B4-BE49-F238E27FC236}">
                <a16:creationId xmlns:a16="http://schemas.microsoft.com/office/drawing/2014/main" id="{C519A002-A050-8B7D-9B27-AFFD69449E23}"/>
              </a:ext>
            </a:extLst>
          </p:cNvPr>
          <p:cNvSpPr txBox="1"/>
          <p:nvPr/>
        </p:nvSpPr>
        <p:spPr>
          <a:xfrm>
            <a:off x="1468487" y="912409"/>
            <a:ext cx="5037825" cy="400110"/>
          </a:xfrm>
          <a:prstGeom prst="rect">
            <a:avLst/>
          </a:prstGeom>
          <a:noFill/>
          <a:ln>
            <a:noFill/>
          </a:ln>
        </p:spPr>
        <p:txBody>
          <a:bodyPr wrap="square" rtlCol="0">
            <a:spAutoFit/>
          </a:bodyPr>
          <a:lstStyle/>
          <a:p>
            <a:r>
              <a:rPr lang="en-US" altLang="ko-KR" sz="2000" b="1" dirty="0">
                <a:latin typeface="+mn-ea"/>
              </a:rPr>
              <a:t>I. 25</a:t>
            </a:r>
            <a:r>
              <a:rPr lang="ko-KR" altLang="en-US" sz="2000" b="1" dirty="0">
                <a:latin typeface="+mn-ea"/>
              </a:rPr>
              <a:t>년 성과 리뷰</a:t>
            </a:r>
          </a:p>
        </p:txBody>
      </p:sp>
      <p:cxnSp>
        <p:nvCxnSpPr>
          <p:cNvPr id="77" name="직선 연결선 76">
            <a:extLst>
              <a:ext uri="{FF2B5EF4-FFF2-40B4-BE49-F238E27FC236}">
                <a16:creationId xmlns:a16="http://schemas.microsoft.com/office/drawing/2014/main" id="{A76320CA-FD3B-A01E-EDF2-C45B61C607B4}"/>
              </a:ext>
            </a:extLst>
          </p:cNvPr>
          <p:cNvCxnSpPr/>
          <p:nvPr/>
        </p:nvCxnSpPr>
        <p:spPr>
          <a:xfrm>
            <a:off x="347134" y="745066"/>
            <a:ext cx="11362266" cy="0"/>
          </a:xfrm>
          <a:prstGeom prst="line">
            <a:avLst/>
          </a:prstGeom>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9C69EA01-2489-8E23-A867-C896104D30BD}"/>
              </a:ext>
            </a:extLst>
          </p:cNvPr>
          <p:cNvSpPr txBox="1"/>
          <p:nvPr/>
        </p:nvSpPr>
        <p:spPr>
          <a:xfrm>
            <a:off x="1811338" y="3410638"/>
            <a:ext cx="5037826" cy="1441613"/>
          </a:xfrm>
          <a:prstGeom prst="rect">
            <a:avLst/>
          </a:prstGeom>
          <a:noFill/>
          <a:ln>
            <a:noFill/>
          </a:ln>
        </p:spPr>
        <p:txBody>
          <a:bodyPr wrap="square" rtlCol="0">
            <a:spAutoFit/>
          </a:bodyPr>
          <a:lstStyle/>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생산용 초기 투입량 추천 시스템 고도화</a:t>
            </a:r>
            <a:endParaRPr kumimoji="1" lang="en-US" altLang="ko-KR" sz="1200" b="1" spc="-110" dirty="0">
              <a:ln>
                <a:solidFill>
                  <a:srgbClr val="4F81BD">
                    <a:alpha val="0"/>
                  </a:srgbClr>
                </a:solidFill>
              </a:ln>
              <a:latin typeface="+mn-ea"/>
              <a:cs typeface="Arial" charset="0"/>
              <a:sym typeface="Calibri"/>
            </a:endParaRPr>
          </a:p>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스마트조색 </a:t>
            </a:r>
            <a:r>
              <a:rPr kumimoji="1" lang="en-US" altLang="ko-KR" sz="1200" b="1" spc="-110" dirty="0">
                <a:ln>
                  <a:solidFill>
                    <a:srgbClr val="4F81BD">
                      <a:alpha val="0"/>
                    </a:srgbClr>
                  </a:solidFill>
                </a:ln>
                <a:latin typeface="+mn-ea"/>
                <a:cs typeface="Arial" charset="0"/>
                <a:sym typeface="Calibri"/>
              </a:rPr>
              <a:t>AI </a:t>
            </a:r>
            <a:r>
              <a:rPr kumimoji="1" lang="ko-KR" altLang="en-US" sz="1200" b="1" spc="-110" dirty="0">
                <a:ln>
                  <a:solidFill>
                    <a:srgbClr val="4F81BD">
                      <a:alpha val="0"/>
                    </a:srgbClr>
                  </a:solidFill>
                </a:ln>
                <a:latin typeface="+mn-ea"/>
                <a:cs typeface="Arial" charset="0"/>
                <a:sym typeface="Calibri"/>
              </a:rPr>
              <a:t>고도화</a:t>
            </a:r>
            <a:endParaRPr kumimoji="1" lang="en-US" altLang="ko-KR" sz="1200" b="1" spc="-110" dirty="0">
              <a:ln>
                <a:solidFill>
                  <a:srgbClr val="4F81BD">
                    <a:alpha val="0"/>
                  </a:srgbClr>
                </a:solidFill>
              </a:ln>
              <a:latin typeface="+mn-ea"/>
              <a:cs typeface="Arial" charset="0"/>
              <a:sym typeface="Calibri"/>
            </a:endParaRPr>
          </a:p>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파우더 자동 </a:t>
            </a:r>
            <a:r>
              <a:rPr kumimoji="1" lang="ko-KR" altLang="en-US" sz="1200" b="1" spc="-110" dirty="0" err="1">
                <a:ln>
                  <a:solidFill>
                    <a:srgbClr val="4F81BD">
                      <a:alpha val="0"/>
                    </a:srgbClr>
                  </a:solidFill>
                </a:ln>
                <a:latin typeface="+mn-ea"/>
                <a:cs typeface="Arial" charset="0"/>
                <a:sym typeface="Calibri"/>
              </a:rPr>
              <a:t>평량</a:t>
            </a:r>
            <a:r>
              <a:rPr kumimoji="1" lang="ko-KR" altLang="en-US" sz="1200" b="1" spc="-110" dirty="0">
                <a:ln>
                  <a:solidFill>
                    <a:srgbClr val="4F81BD">
                      <a:alpha val="0"/>
                    </a:srgbClr>
                  </a:solidFill>
                </a:ln>
                <a:latin typeface="+mn-ea"/>
                <a:cs typeface="Arial" charset="0"/>
                <a:sym typeface="Calibri"/>
              </a:rPr>
              <a:t> 장치 개발</a:t>
            </a:r>
            <a:endParaRPr kumimoji="1" lang="en-US" altLang="ko-KR" sz="1200" b="1" spc="-110" dirty="0">
              <a:ln>
                <a:solidFill>
                  <a:srgbClr val="4F81BD">
                    <a:alpha val="0"/>
                  </a:srgbClr>
                </a:solidFill>
              </a:ln>
              <a:latin typeface="+mn-ea"/>
              <a:cs typeface="Arial" charset="0"/>
              <a:sym typeface="Calibri"/>
            </a:endParaRPr>
          </a:p>
          <a:p>
            <a:pPr marL="171450" indent="-171450">
              <a:lnSpc>
                <a:spcPct val="150000"/>
              </a:lnSpc>
              <a:buFontTx/>
              <a:buChar char="-"/>
              <a:defRPr/>
            </a:pPr>
            <a:r>
              <a:rPr lang="ko-KR" altLang="en-US" sz="1200" b="1" dirty="0">
                <a:latin typeface="+mn-ea"/>
              </a:rPr>
              <a:t>맞춤형 메이크업</a:t>
            </a:r>
            <a:endParaRPr lang="en-US" altLang="ko-KR" sz="1200" b="1" dirty="0">
              <a:latin typeface="+mn-ea"/>
            </a:endParaRPr>
          </a:p>
          <a:p>
            <a:pPr marL="171450" indent="-171450">
              <a:lnSpc>
                <a:spcPct val="150000"/>
              </a:lnSpc>
              <a:buFontTx/>
              <a:buChar char="-"/>
              <a:defRPr/>
            </a:pPr>
            <a:r>
              <a:rPr lang="ko-KR" altLang="en-US" sz="1200" b="1" dirty="0">
                <a:latin typeface="+mn-ea"/>
              </a:rPr>
              <a:t>맞춤형 </a:t>
            </a:r>
            <a:r>
              <a:rPr lang="ko-KR" altLang="en-US" sz="1200" b="1" dirty="0" err="1">
                <a:latin typeface="+mn-ea"/>
              </a:rPr>
              <a:t>헤어케어</a:t>
            </a:r>
            <a:endParaRPr kumimoji="1" lang="ko-KR" altLang="en-US" sz="1200" b="1" dirty="0">
              <a:latin typeface="+mn-ea"/>
            </a:endParaRPr>
          </a:p>
        </p:txBody>
      </p:sp>
      <p:sp>
        <p:nvSpPr>
          <p:cNvPr id="15" name="TextBox 14">
            <a:extLst>
              <a:ext uri="{FF2B5EF4-FFF2-40B4-BE49-F238E27FC236}">
                <a16:creationId xmlns:a16="http://schemas.microsoft.com/office/drawing/2014/main" id="{094DE192-47AF-95F0-EF26-483FF6010643}"/>
              </a:ext>
            </a:extLst>
          </p:cNvPr>
          <p:cNvSpPr txBox="1"/>
          <p:nvPr/>
        </p:nvSpPr>
        <p:spPr>
          <a:xfrm>
            <a:off x="1408478" y="3010528"/>
            <a:ext cx="4687522" cy="400110"/>
          </a:xfrm>
          <a:prstGeom prst="rect">
            <a:avLst/>
          </a:prstGeom>
          <a:noFill/>
          <a:ln>
            <a:noFill/>
          </a:ln>
        </p:spPr>
        <p:txBody>
          <a:bodyPr wrap="square" rtlCol="0">
            <a:spAutoFit/>
          </a:bodyPr>
          <a:lstStyle/>
          <a:p>
            <a:r>
              <a:rPr lang="en-US" altLang="ko-KR" sz="2000" b="1" dirty="0">
                <a:latin typeface="+mn-ea"/>
              </a:rPr>
              <a:t>II. 26</a:t>
            </a:r>
            <a:r>
              <a:rPr lang="ko-KR" altLang="en-US" sz="2000" b="1" dirty="0">
                <a:latin typeface="+mn-ea"/>
              </a:rPr>
              <a:t>년 중점 추진 전략 및 세부 내용</a:t>
            </a:r>
          </a:p>
        </p:txBody>
      </p:sp>
      <p:sp>
        <p:nvSpPr>
          <p:cNvPr id="20" name="TextBox 19">
            <a:extLst>
              <a:ext uri="{FF2B5EF4-FFF2-40B4-BE49-F238E27FC236}">
                <a16:creationId xmlns:a16="http://schemas.microsoft.com/office/drawing/2014/main" id="{8C5F87F0-6EAA-A7AA-E5A5-FB1E2E6FF2C8}"/>
              </a:ext>
            </a:extLst>
          </p:cNvPr>
          <p:cNvSpPr txBox="1"/>
          <p:nvPr/>
        </p:nvSpPr>
        <p:spPr>
          <a:xfrm>
            <a:off x="1335137" y="5083726"/>
            <a:ext cx="4760863" cy="400110"/>
          </a:xfrm>
          <a:prstGeom prst="rect">
            <a:avLst/>
          </a:prstGeom>
          <a:noFill/>
          <a:ln>
            <a:noFill/>
          </a:ln>
        </p:spPr>
        <p:txBody>
          <a:bodyPr wrap="square" rtlCol="0">
            <a:spAutoFit/>
          </a:bodyPr>
          <a:lstStyle/>
          <a:p>
            <a:r>
              <a:rPr lang="en-US" altLang="ko-KR" sz="2000" b="1" dirty="0">
                <a:latin typeface="+mn-ea"/>
              </a:rPr>
              <a:t>III. 26</a:t>
            </a:r>
            <a:r>
              <a:rPr lang="ko-KR" altLang="en-US" sz="2000" b="1" dirty="0">
                <a:latin typeface="+mn-ea"/>
              </a:rPr>
              <a:t>년 경영 키워드</a:t>
            </a:r>
            <a:r>
              <a:rPr lang="en-US" altLang="ko-KR" sz="2000" b="1" dirty="0">
                <a:latin typeface="+mn-ea"/>
              </a:rPr>
              <a:t>: </a:t>
            </a:r>
            <a:r>
              <a:rPr lang="ko-KR" altLang="en-US" sz="2000" b="1" dirty="0">
                <a:latin typeface="+mn-ea"/>
              </a:rPr>
              <a:t>프리미엄 가치</a:t>
            </a:r>
          </a:p>
        </p:txBody>
      </p:sp>
      <p:sp>
        <p:nvSpPr>
          <p:cNvPr id="9" name="TextBox 8">
            <a:extLst>
              <a:ext uri="{FF2B5EF4-FFF2-40B4-BE49-F238E27FC236}">
                <a16:creationId xmlns:a16="http://schemas.microsoft.com/office/drawing/2014/main" id="{3B5D3F03-5CC3-E51D-E0DA-2896F43A9B0B}"/>
              </a:ext>
            </a:extLst>
          </p:cNvPr>
          <p:cNvSpPr txBox="1"/>
          <p:nvPr/>
        </p:nvSpPr>
        <p:spPr>
          <a:xfrm>
            <a:off x="1811338" y="1312519"/>
            <a:ext cx="5037826" cy="1441613"/>
          </a:xfrm>
          <a:prstGeom prst="rect">
            <a:avLst/>
          </a:prstGeom>
          <a:noFill/>
          <a:ln>
            <a:noFill/>
          </a:ln>
        </p:spPr>
        <p:txBody>
          <a:bodyPr wrap="square" rtlCol="0">
            <a:spAutoFit/>
          </a:bodyPr>
          <a:lstStyle/>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생산용 초기 투입량 추천 시스템 구축</a:t>
            </a:r>
            <a:endParaRPr kumimoji="1" lang="en-US" altLang="ko-KR" sz="1200" b="1" spc="-110" dirty="0">
              <a:ln>
                <a:solidFill>
                  <a:srgbClr val="4F81BD">
                    <a:alpha val="0"/>
                  </a:srgbClr>
                </a:solidFill>
              </a:ln>
              <a:latin typeface="+mn-ea"/>
              <a:cs typeface="Arial" charset="0"/>
              <a:sym typeface="Calibri"/>
            </a:endParaRPr>
          </a:p>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연구소 스마트조색 </a:t>
            </a:r>
            <a:r>
              <a:rPr kumimoji="1" lang="en-US" altLang="ko-KR" sz="1200" b="1" spc="-110" dirty="0">
                <a:ln>
                  <a:solidFill>
                    <a:srgbClr val="4F81BD">
                      <a:alpha val="0"/>
                    </a:srgbClr>
                  </a:solidFill>
                </a:ln>
                <a:latin typeface="+mn-ea"/>
                <a:cs typeface="Arial" charset="0"/>
                <a:sym typeface="Calibri"/>
              </a:rPr>
              <a:t>AI</a:t>
            </a:r>
            <a:r>
              <a:rPr kumimoji="1" lang="ko-KR" altLang="en-US" sz="1200" b="1" spc="-110" dirty="0">
                <a:ln>
                  <a:solidFill>
                    <a:srgbClr val="4F81BD">
                      <a:alpha val="0"/>
                    </a:srgbClr>
                  </a:solidFill>
                </a:ln>
                <a:latin typeface="+mn-ea"/>
                <a:cs typeface="Arial" charset="0"/>
                <a:sym typeface="Calibri"/>
              </a:rPr>
              <a:t> 제형 확장</a:t>
            </a:r>
            <a:endParaRPr kumimoji="1" lang="en-US" altLang="ko-KR" sz="1200" b="1" spc="-110" dirty="0">
              <a:ln>
                <a:solidFill>
                  <a:srgbClr val="4F81BD">
                    <a:alpha val="0"/>
                  </a:srgbClr>
                </a:solidFill>
              </a:ln>
              <a:latin typeface="+mn-ea"/>
              <a:cs typeface="Arial" charset="0"/>
              <a:sym typeface="Calibri"/>
            </a:endParaRPr>
          </a:p>
          <a:p>
            <a:pPr marL="171450" indent="-171450">
              <a:lnSpc>
                <a:spcPct val="150000"/>
              </a:lnSpc>
              <a:buFontTx/>
              <a:buChar char="-"/>
              <a:defRPr/>
            </a:pPr>
            <a:r>
              <a:rPr kumimoji="1" lang="en-US" altLang="ko-KR" sz="1200" b="1" spc="-110" dirty="0">
                <a:ln>
                  <a:solidFill>
                    <a:srgbClr val="4F81BD">
                      <a:alpha val="0"/>
                    </a:srgbClr>
                  </a:solidFill>
                </a:ln>
                <a:latin typeface="+mn-ea"/>
                <a:cs typeface="Arial" charset="0"/>
                <a:sym typeface="Calibri"/>
              </a:rPr>
              <a:t>BYNIQ</a:t>
            </a:r>
            <a:r>
              <a:rPr kumimoji="1" lang="ko-KR" altLang="en-US" sz="1200" b="1" spc="-110" dirty="0">
                <a:ln>
                  <a:solidFill>
                    <a:srgbClr val="4F81BD">
                      <a:alpha val="0"/>
                    </a:srgbClr>
                  </a:solidFill>
                </a:ln>
                <a:latin typeface="+mn-ea"/>
                <a:cs typeface="Arial" charset="0"/>
                <a:sym typeface="Calibri"/>
              </a:rPr>
              <a:t> 맞춤형 샴푸</a:t>
            </a:r>
            <a:endParaRPr kumimoji="1" lang="en-US" altLang="ko-KR" sz="1200" b="1" spc="-110" dirty="0">
              <a:ln>
                <a:solidFill>
                  <a:srgbClr val="4F81BD">
                    <a:alpha val="0"/>
                  </a:srgbClr>
                </a:solidFill>
              </a:ln>
              <a:latin typeface="+mn-ea"/>
              <a:cs typeface="Arial" charset="0"/>
              <a:sym typeface="Calibri"/>
            </a:endParaRPr>
          </a:p>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맞춤형 화장품</a:t>
            </a:r>
            <a:endParaRPr kumimoji="1" lang="en-US" altLang="ko-KR" sz="1200" b="1" spc="-110" dirty="0">
              <a:ln>
                <a:solidFill>
                  <a:srgbClr val="4F81BD">
                    <a:alpha val="0"/>
                  </a:srgbClr>
                </a:solidFill>
              </a:ln>
              <a:latin typeface="+mn-ea"/>
              <a:cs typeface="Arial" charset="0"/>
              <a:sym typeface="Calibri"/>
            </a:endParaRPr>
          </a:p>
          <a:p>
            <a:pPr marL="171450" indent="-171450">
              <a:lnSpc>
                <a:spcPct val="150000"/>
              </a:lnSpc>
              <a:buFontTx/>
              <a:buChar char="-"/>
              <a:defRPr/>
            </a:pPr>
            <a:r>
              <a:rPr lang="ko-KR" altLang="en-US" sz="1200" b="1" spc="-150" dirty="0">
                <a:latin typeface="+mn-ea"/>
              </a:rPr>
              <a:t>맞춤형 화장품 자동 제조 시스템 개발</a:t>
            </a:r>
            <a:endParaRPr kumimoji="1" lang="ko-KR" altLang="en-US" sz="1200" b="1" dirty="0">
              <a:latin typeface="+mn-ea"/>
            </a:endParaRPr>
          </a:p>
        </p:txBody>
      </p:sp>
      <p:sp>
        <p:nvSpPr>
          <p:cNvPr id="12" name="TextBox 11">
            <a:extLst>
              <a:ext uri="{FF2B5EF4-FFF2-40B4-BE49-F238E27FC236}">
                <a16:creationId xmlns:a16="http://schemas.microsoft.com/office/drawing/2014/main" id="{8AA4F115-D98F-7034-5E0A-0BADE77436C8}"/>
              </a:ext>
            </a:extLst>
          </p:cNvPr>
          <p:cNvSpPr txBox="1"/>
          <p:nvPr/>
        </p:nvSpPr>
        <p:spPr>
          <a:xfrm>
            <a:off x="1811338" y="5483836"/>
            <a:ext cx="5037826" cy="1164614"/>
          </a:xfrm>
          <a:prstGeom prst="rect">
            <a:avLst/>
          </a:prstGeom>
          <a:noFill/>
          <a:ln>
            <a:noFill/>
          </a:ln>
        </p:spPr>
        <p:txBody>
          <a:bodyPr wrap="square" rtlCol="0">
            <a:spAutoFit/>
          </a:bodyPr>
          <a:lstStyle/>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생애 맞춤형 제품 </a:t>
            </a:r>
            <a:r>
              <a:rPr lang="ko-KR" altLang="en-US" sz="1200" b="1" dirty="0">
                <a:latin typeface="+mn-ea"/>
              </a:rPr>
              <a:t> </a:t>
            </a:r>
            <a:endParaRPr lang="en-US" altLang="ko-KR" sz="1200" b="1" dirty="0">
              <a:latin typeface="+mn-ea"/>
            </a:endParaRPr>
          </a:p>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탈모 완화 성분 </a:t>
            </a:r>
            <a:r>
              <a:rPr kumimoji="1" lang="en-US" altLang="ko-KR" sz="1200" b="1" spc="-110" dirty="0">
                <a:ln>
                  <a:solidFill>
                    <a:srgbClr val="4F81BD">
                      <a:alpha val="0"/>
                    </a:srgbClr>
                  </a:solidFill>
                </a:ln>
                <a:latin typeface="+mn-ea"/>
                <a:cs typeface="Arial" charset="0"/>
                <a:sym typeface="Calibri"/>
              </a:rPr>
              <a:t>Delivery</a:t>
            </a:r>
            <a:r>
              <a:rPr kumimoji="1" lang="ko-KR" altLang="en-US" sz="1200" b="1" spc="-110" dirty="0">
                <a:ln>
                  <a:solidFill>
                    <a:srgbClr val="4F81BD">
                      <a:alpha val="0"/>
                    </a:srgbClr>
                  </a:solidFill>
                </a:ln>
                <a:latin typeface="+mn-ea"/>
                <a:cs typeface="Arial" charset="0"/>
                <a:sym typeface="Calibri"/>
              </a:rPr>
              <a:t> </a:t>
            </a:r>
            <a:r>
              <a:rPr kumimoji="1" lang="en-US" altLang="ko-KR" sz="1200" b="1" spc="-110" dirty="0">
                <a:ln>
                  <a:solidFill>
                    <a:srgbClr val="4F81BD">
                      <a:alpha val="0"/>
                    </a:srgbClr>
                  </a:solidFill>
                </a:ln>
                <a:latin typeface="+mn-ea"/>
                <a:cs typeface="Arial" charset="0"/>
                <a:sym typeface="Calibri"/>
              </a:rPr>
              <a:t>system </a:t>
            </a:r>
          </a:p>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탈모 완화 성분 함유한 생분해성 </a:t>
            </a:r>
            <a:r>
              <a:rPr kumimoji="1" lang="ko-KR" altLang="en-US" sz="1200" b="1" spc="-110" dirty="0" err="1">
                <a:ln>
                  <a:solidFill>
                    <a:srgbClr val="4F81BD">
                      <a:alpha val="0"/>
                    </a:srgbClr>
                  </a:solidFill>
                </a:ln>
                <a:latin typeface="+mn-ea"/>
                <a:cs typeface="Arial" charset="0"/>
                <a:sym typeface="Calibri"/>
              </a:rPr>
              <a:t>스피큘</a:t>
            </a:r>
            <a:r>
              <a:rPr kumimoji="1" lang="en-US" altLang="ko-KR" sz="1200" b="1" spc="-110" dirty="0">
                <a:ln>
                  <a:solidFill>
                    <a:srgbClr val="4F81BD">
                      <a:alpha val="0"/>
                    </a:srgbClr>
                  </a:solidFill>
                </a:ln>
                <a:latin typeface="+mn-ea"/>
                <a:cs typeface="Arial" charset="0"/>
                <a:sym typeface="Calibri"/>
              </a:rPr>
              <a:t>(</a:t>
            </a:r>
            <a:r>
              <a:rPr kumimoji="1" lang="ko-KR" altLang="en-US" sz="1200" b="1" spc="-110" dirty="0">
                <a:ln>
                  <a:solidFill>
                    <a:srgbClr val="4F81BD">
                      <a:alpha val="0"/>
                    </a:srgbClr>
                  </a:solidFill>
                </a:ln>
                <a:latin typeface="+mn-ea"/>
                <a:cs typeface="Arial" charset="0"/>
                <a:sym typeface="Calibri"/>
              </a:rPr>
              <a:t>패치</a:t>
            </a:r>
            <a:r>
              <a:rPr kumimoji="1" lang="en-US" altLang="ko-KR" sz="1200" b="1" spc="-110" dirty="0">
                <a:ln>
                  <a:solidFill>
                    <a:srgbClr val="4F81BD">
                      <a:alpha val="0"/>
                    </a:srgbClr>
                  </a:solidFill>
                </a:ln>
                <a:latin typeface="+mn-ea"/>
                <a:cs typeface="Arial" charset="0"/>
                <a:sym typeface="Calibri"/>
              </a:rPr>
              <a:t>) </a:t>
            </a:r>
          </a:p>
          <a:p>
            <a:pPr marL="171450" indent="-171450">
              <a:lnSpc>
                <a:spcPct val="150000"/>
              </a:lnSpc>
              <a:buFontTx/>
              <a:buChar char="-"/>
              <a:defRPr/>
            </a:pPr>
            <a:r>
              <a:rPr kumimoji="1" lang="ko-KR" altLang="en-US" sz="1200" b="1" spc="-110" dirty="0">
                <a:ln>
                  <a:solidFill>
                    <a:srgbClr val="4F81BD">
                      <a:alpha val="0"/>
                    </a:srgbClr>
                  </a:solidFill>
                </a:ln>
                <a:latin typeface="+mn-ea"/>
                <a:cs typeface="Arial" charset="0"/>
                <a:sym typeface="Calibri"/>
              </a:rPr>
              <a:t>두피 장벽 개선 기능성 </a:t>
            </a:r>
            <a:endParaRPr kumimoji="1" lang="en-US" altLang="ko-KR" sz="1200" b="1" spc="-110" dirty="0">
              <a:ln>
                <a:solidFill>
                  <a:srgbClr val="4F81BD">
                    <a:alpha val="0"/>
                  </a:srgbClr>
                </a:solidFill>
              </a:ln>
              <a:latin typeface="+mn-ea"/>
              <a:cs typeface="Arial" charset="0"/>
              <a:sym typeface="Calibri"/>
            </a:endParaRPr>
          </a:p>
        </p:txBody>
      </p:sp>
    </p:spTree>
    <p:extLst>
      <p:ext uri="{BB962C8B-B14F-4D97-AF65-F5344CB8AC3E}">
        <p14:creationId xmlns:p14="http://schemas.microsoft.com/office/powerpoint/2010/main" val="77333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5FA03-5F9D-840F-E55D-FB00014A147E}"/>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BB9B19C5-FE12-DEF0-A027-6E2B49ACAA15}"/>
              </a:ext>
            </a:extLst>
          </p:cNvPr>
          <p:cNvCxnSpPr/>
          <p:nvPr/>
        </p:nvCxnSpPr>
        <p:spPr>
          <a:xfrm>
            <a:off x="347134" y="745066"/>
            <a:ext cx="11362266" cy="0"/>
          </a:xfrm>
          <a:prstGeom prst="line">
            <a:avLst/>
          </a:prstGeom>
        </p:spPr>
        <p:style>
          <a:lnRef idx="1">
            <a:schemeClr val="dk1"/>
          </a:lnRef>
          <a:fillRef idx="0">
            <a:schemeClr val="dk1"/>
          </a:fillRef>
          <a:effectRef idx="0">
            <a:schemeClr val="dk1"/>
          </a:effectRef>
          <a:fontRef idx="minor">
            <a:schemeClr val="tx1"/>
          </a:fontRef>
        </p:style>
      </p:cxnSp>
      <p:sp>
        <p:nvSpPr>
          <p:cNvPr id="2" name="Rectangle 51">
            <a:extLst>
              <a:ext uri="{FF2B5EF4-FFF2-40B4-BE49-F238E27FC236}">
                <a16:creationId xmlns:a16="http://schemas.microsoft.com/office/drawing/2014/main" id="{0BAB6073-4490-D757-80F9-40530C3CDD08}"/>
              </a:ext>
            </a:extLst>
          </p:cNvPr>
          <p:cNvSpPr>
            <a:spLocks noChangeArrowheads="1"/>
          </p:cNvSpPr>
          <p:nvPr/>
        </p:nvSpPr>
        <p:spPr bwMode="auto">
          <a:xfrm>
            <a:off x="10315094" y="397263"/>
            <a:ext cx="1409700" cy="323850"/>
          </a:xfrm>
          <a:prstGeom prst="rect">
            <a:avLst/>
          </a:prstGeom>
          <a:noFill/>
          <a:ln w="9525" algn="ctr">
            <a:noFill/>
            <a:miter lim="800000"/>
            <a:headEnd/>
            <a:tailEnd/>
          </a:ln>
        </p:spPr>
        <p:txBody>
          <a:bodyPr wrap="none" lIns="72000" tIns="36000" rIns="72000" bIns="36000" anchor="ctr"/>
          <a:lstStyle/>
          <a:p>
            <a:pPr algn="r">
              <a:spcBef>
                <a:spcPts val="600"/>
              </a:spcBef>
            </a:pPr>
            <a:r>
              <a:rPr lang="en-US" altLang="ko-KR" sz="1200" spc="-150" dirty="0">
                <a:latin typeface="맑은 고딕" panose="020B0503020000020004" pitchFamily="50" charset="-127"/>
                <a:ea typeface="맑은 고딕" panose="020B0503020000020004" pitchFamily="50" charset="-127"/>
              </a:rPr>
              <a:t>DF Lab.</a:t>
            </a:r>
            <a:endParaRPr lang="ko-KR" altLang="ko-KR" sz="1200" spc="-150" dirty="0">
              <a:latin typeface="맑은 고딕" panose="020B0503020000020004" pitchFamily="50" charset="-127"/>
              <a:ea typeface="맑은 고딕" panose="020B0503020000020004" pitchFamily="50" charset="-127"/>
            </a:endParaRPr>
          </a:p>
        </p:txBody>
      </p:sp>
      <p:sp>
        <p:nvSpPr>
          <p:cNvPr id="29" name="TextBox 28">
            <a:extLst>
              <a:ext uri="{FF2B5EF4-FFF2-40B4-BE49-F238E27FC236}">
                <a16:creationId xmlns:a16="http://schemas.microsoft.com/office/drawing/2014/main" id="{62C103E3-210D-0E37-0E2D-B1BC10B5B44E}"/>
              </a:ext>
            </a:extLst>
          </p:cNvPr>
          <p:cNvSpPr txBox="1"/>
          <p:nvPr/>
        </p:nvSpPr>
        <p:spPr>
          <a:xfrm>
            <a:off x="399560" y="254430"/>
            <a:ext cx="6782290" cy="400110"/>
          </a:xfrm>
          <a:prstGeom prst="rect">
            <a:avLst/>
          </a:prstGeom>
          <a:noFill/>
        </p:spPr>
        <p:txBody>
          <a:bodyPr wrap="square" rtlCol="0">
            <a:spAutoFit/>
          </a:bodyPr>
          <a:lstStyle/>
          <a:p>
            <a:pPr marL="0" marR="0" lvl="0" indent="0" defTabSz="914400" rtl="0" eaLnBrk="1" fontAlgn="ctr" latinLnBrk="1" hangingPunct="1">
              <a:lnSpc>
                <a:spcPct val="100000"/>
              </a:lnSpc>
              <a:spcBef>
                <a:spcPts val="0"/>
              </a:spcBef>
              <a:spcAft>
                <a:spcPts val="0"/>
              </a:spcAft>
              <a:buClrTx/>
              <a:buSzTx/>
              <a:buFont typeface="Arial" panose="020B0604020202020204" pitchFamily="34" charset="0"/>
              <a:buNone/>
              <a:tabLst/>
              <a:defRPr/>
            </a:pPr>
            <a:r>
              <a:rPr kumimoji="1" lang="en-US" altLang="ko-KR" sz="2000" b="1" spc="-110" dirty="0">
                <a:ln>
                  <a:solidFill>
                    <a:srgbClr val="4F81BD">
                      <a:alpha val="0"/>
                    </a:srgbClr>
                  </a:solidFill>
                </a:ln>
                <a:latin typeface="+mn-ea"/>
                <a:cs typeface="Arial" charset="0"/>
                <a:sym typeface="Calibri"/>
              </a:rPr>
              <a:t>DF</a:t>
            </a:r>
            <a:r>
              <a:rPr kumimoji="1" lang="ko-KR" altLang="en-US" sz="2000" b="1" spc="-110" dirty="0">
                <a:ln>
                  <a:solidFill>
                    <a:srgbClr val="4F81BD">
                      <a:alpha val="0"/>
                    </a:srgbClr>
                  </a:solidFill>
                </a:ln>
                <a:latin typeface="+mn-ea"/>
                <a:cs typeface="Arial" charset="0"/>
                <a:sym typeface="Calibri"/>
              </a:rPr>
              <a:t>랩 소개</a:t>
            </a:r>
            <a:endParaRPr kumimoji="1" lang="en-US" altLang="ko-KR" sz="2000" b="1" i="0" u="none" strike="noStrike" kern="1200" spc="-110" baseline="0" dirty="0">
              <a:ln>
                <a:solidFill>
                  <a:srgbClr val="4F81BD">
                    <a:alpha val="0"/>
                  </a:srgbClr>
                </a:solidFill>
              </a:ln>
              <a:latin typeface="맑은 고딕" panose="020B0503020000020004" pitchFamily="50" charset="-127"/>
              <a:ea typeface="맑은 고딕" panose="020B0503020000020004" pitchFamily="50" charset="-127"/>
              <a:cs typeface="Arial" charset="0"/>
            </a:endParaRPr>
          </a:p>
        </p:txBody>
      </p:sp>
      <p:grpSp>
        <p:nvGrpSpPr>
          <p:cNvPr id="5" name="그룹 4">
            <a:extLst>
              <a:ext uri="{FF2B5EF4-FFF2-40B4-BE49-F238E27FC236}">
                <a16:creationId xmlns:a16="http://schemas.microsoft.com/office/drawing/2014/main" id="{182D63DE-981A-B2FA-BA4C-B0B24FA5F230}"/>
              </a:ext>
            </a:extLst>
          </p:cNvPr>
          <p:cNvGrpSpPr/>
          <p:nvPr/>
        </p:nvGrpSpPr>
        <p:grpSpPr>
          <a:xfrm>
            <a:off x="605302" y="953078"/>
            <a:ext cx="6349975" cy="364843"/>
            <a:chOff x="605302" y="953078"/>
            <a:chExt cx="6349975" cy="364843"/>
          </a:xfrm>
        </p:grpSpPr>
        <p:pic>
          <p:nvPicPr>
            <p:cNvPr id="8" name="그림 7">
              <a:extLst>
                <a:ext uri="{FF2B5EF4-FFF2-40B4-BE49-F238E27FC236}">
                  <a16:creationId xmlns:a16="http://schemas.microsoft.com/office/drawing/2014/main" id="{E6983375-99E0-975E-80A5-E6BDF3AEC6EB}"/>
                </a:ext>
              </a:extLst>
            </p:cNvPr>
            <p:cNvPicPr>
              <a:picLocks noChangeAspect="1"/>
            </p:cNvPicPr>
            <p:nvPr/>
          </p:nvPicPr>
          <p:blipFill>
            <a:blip r:embed="rId3"/>
            <a:stretch>
              <a:fillRect/>
            </a:stretch>
          </p:blipFill>
          <p:spPr>
            <a:xfrm>
              <a:off x="605302" y="953078"/>
              <a:ext cx="360000" cy="360000"/>
            </a:xfrm>
            <a:prstGeom prst="rect">
              <a:avLst/>
            </a:prstGeom>
          </p:spPr>
        </p:pic>
        <p:sp>
          <p:nvSpPr>
            <p:cNvPr id="21" name="텍스트 개체 틀 1">
              <a:extLst>
                <a:ext uri="{FF2B5EF4-FFF2-40B4-BE49-F238E27FC236}">
                  <a16:creationId xmlns:a16="http://schemas.microsoft.com/office/drawing/2014/main" id="{F6CD6D6D-8145-28DE-2A2E-4E24B34DEA9A}"/>
                </a:ext>
              </a:extLst>
            </p:cNvPr>
            <p:cNvSpPr txBox="1">
              <a:spLocks/>
            </p:cNvSpPr>
            <p:nvPr/>
          </p:nvSpPr>
          <p:spPr>
            <a:xfrm>
              <a:off x="785302" y="953078"/>
              <a:ext cx="6169975" cy="364843"/>
            </a:xfrm>
            <a:prstGeom prst="rect">
              <a:avLst/>
            </a:prstGeom>
            <a:noFill/>
          </p:spPr>
          <p:txBody>
            <a:bodyPr/>
            <a:lstStyle>
              <a:lvl1pPr marL="0" indent="0" algn="l" defTabSz="457200" rtl="0" eaLnBrk="1" latinLnBrk="1" hangingPunct="1">
                <a:spcBef>
                  <a:spcPct val="20000"/>
                </a:spcBef>
                <a:buFont typeface="Arial" pitchFamily="34" charset="0"/>
                <a:buNone/>
                <a:defRPr sz="1300" kern="1200">
                  <a:solidFill>
                    <a:schemeClr val="tx1"/>
                  </a:solidFill>
                  <a:latin typeface="+mn-lt"/>
                  <a:ea typeface="+mn-ea"/>
                  <a:cs typeface="+mn-cs"/>
                </a:defRPr>
              </a:lvl1pPr>
              <a:lvl2pPr marL="371475" indent="-142875" algn="l" defTabSz="457200" rtl="0" eaLnBrk="1" latinLnBrk="1"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1"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9pPr>
            </a:lstStyle>
            <a:p>
              <a:r>
                <a:rPr lang="ko-KR" altLang="en-US" sz="1600" b="1" dirty="0">
                  <a:latin typeface="맑은 고딕" panose="020B0503020000020004" pitchFamily="50" charset="-127"/>
                  <a:ea typeface="맑은 고딕" panose="020B0503020000020004" pitchFamily="50" charset="-127"/>
                </a:rPr>
                <a:t>   </a:t>
              </a:r>
              <a:r>
                <a:rPr lang="en-US" altLang="ko-KR" sz="1600" b="1" dirty="0">
                  <a:latin typeface="맑은 고딕" panose="020B0503020000020004" pitchFamily="50" charset="-127"/>
                </a:rPr>
                <a:t>CAI Division- DF</a:t>
              </a:r>
              <a:r>
                <a:rPr lang="ko-KR" altLang="en-US" sz="1600" b="1" dirty="0">
                  <a:latin typeface="맑은 고딕" panose="020B0503020000020004" pitchFamily="50" charset="-127"/>
                </a:rPr>
                <a:t>랩</a:t>
              </a:r>
              <a:endParaRPr lang="en-US" altLang="ko-KR" sz="1600" b="1" dirty="0">
                <a:latin typeface="맑은 고딕" panose="020B0503020000020004" pitchFamily="50" charset="-127"/>
              </a:endParaRPr>
            </a:p>
            <a:p>
              <a:endParaRPr lang="en-US" altLang="ko-KR" sz="1400" dirty="0">
                <a:latin typeface="맑은 고딕" panose="020B0503020000020004" pitchFamily="50" charset="-127"/>
                <a:ea typeface="맑은 고딕" panose="020B0503020000020004" pitchFamily="50" charset="-127"/>
              </a:endParaRPr>
            </a:p>
          </p:txBody>
        </p:sp>
      </p:grpSp>
      <p:sp>
        <p:nvSpPr>
          <p:cNvPr id="66" name="텍스트 개체 틀 1">
            <a:extLst>
              <a:ext uri="{FF2B5EF4-FFF2-40B4-BE49-F238E27FC236}">
                <a16:creationId xmlns:a16="http://schemas.microsoft.com/office/drawing/2014/main" id="{A0BE312D-E5B1-DFD0-2CF5-2CF510C9185D}"/>
              </a:ext>
            </a:extLst>
          </p:cNvPr>
          <p:cNvSpPr txBox="1">
            <a:spLocks/>
          </p:cNvSpPr>
          <p:nvPr/>
        </p:nvSpPr>
        <p:spPr>
          <a:xfrm>
            <a:off x="946817" y="1324750"/>
            <a:ext cx="4248138" cy="259526"/>
          </a:xfrm>
          <a:prstGeom prst="rect">
            <a:avLst/>
          </a:prstGeom>
          <a:noFill/>
        </p:spPr>
        <p:txBody>
          <a:bodyPr lIns="91440" tIns="45720" rIns="91440" bIns="45720" anchor="t"/>
          <a:lstStyle>
            <a:defPPr>
              <a:defRPr lang="ko-KR"/>
            </a:defPPr>
            <a:lvl1pPr marL="0" indent="0" algn="l" defTabSz="457200" rtl="0" eaLnBrk="1" latinLnBrk="1" hangingPunct="1">
              <a:spcBef>
                <a:spcPct val="20000"/>
              </a:spcBef>
              <a:buFont typeface="Arial" pitchFamily="34" charset="0"/>
              <a:buNone/>
              <a:defRPr sz="1300" kern="1200">
                <a:solidFill>
                  <a:schemeClr val="tx1"/>
                </a:solidFill>
                <a:latin typeface="+mn-lt"/>
                <a:ea typeface="+mn-ea"/>
                <a:cs typeface="+mn-cs"/>
              </a:defRPr>
            </a:lvl1pPr>
            <a:lvl2pPr marL="371475" indent="-142875" algn="l" defTabSz="457200" rtl="0" eaLnBrk="1" latinLnBrk="1"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1"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9pPr>
          </a:lstStyle>
          <a:p>
            <a:r>
              <a:rPr lang="en-US" altLang="ko-KR" sz="1200" dirty="0">
                <a:latin typeface="맑은 고딕" panose="020B0503020000020004" pitchFamily="50" charset="-127"/>
                <a:ea typeface="맑은 고딕" panose="020B0503020000020004" pitchFamily="50" charset="-127"/>
              </a:rPr>
              <a:t>AI </a:t>
            </a:r>
            <a:r>
              <a:rPr lang="ko-KR" altLang="en-US" sz="1200" dirty="0">
                <a:latin typeface="맑은 고딕" panose="020B0503020000020004" pitchFamily="50" charset="-127"/>
                <a:ea typeface="맑은 고딕" panose="020B0503020000020004" pitchFamily="50" charset="-127"/>
              </a:rPr>
              <a:t>활용 시스템 개발</a:t>
            </a:r>
            <a:r>
              <a:rPr lang="en-US" altLang="ko-KR" sz="1200" dirty="0">
                <a:latin typeface="맑은 고딕" panose="020B0503020000020004" pitchFamily="50" charset="-127"/>
                <a:ea typeface="맑은 고딕" panose="020B0503020000020004" pitchFamily="50" charset="-127"/>
              </a:rPr>
              <a:t>, </a:t>
            </a:r>
            <a:r>
              <a:rPr lang="ko-KR" altLang="en-US" sz="1200" dirty="0">
                <a:latin typeface="맑은 고딕" panose="020B0503020000020004" pitchFamily="50" charset="-127"/>
                <a:ea typeface="맑은 고딕" panose="020B0503020000020004" pitchFamily="50" charset="-127"/>
              </a:rPr>
              <a:t>맞춤형 및 자동 실험 연구 집중</a:t>
            </a:r>
          </a:p>
          <a:p>
            <a:pPr marL="285750" indent="-285750">
              <a:buFont typeface="Wingdings" pitchFamily="2" charset="2"/>
              <a:buChar char="ü"/>
            </a:pPr>
            <a:endParaRPr lang="en-US" altLang="ko-KR" sz="1600" b="1" dirty="0">
              <a:latin typeface="맑은 고딕" panose="020B0503020000020004" pitchFamily="50" charset="-127"/>
              <a:ea typeface="맑은 고딕" panose="020B0503020000020004" pitchFamily="50" charset="-127"/>
            </a:endParaRPr>
          </a:p>
        </p:txBody>
      </p:sp>
      <p:grpSp>
        <p:nvGrpSpPr>
          <p:cNvPr id="87" name="그룹 86">
            <a:extLst>
              <a:ext uri="{FF2B5EF4-FFF2-40B4-BE49-F238E27FC236}">
                <a16:creationId xmlns:a16="http://schemas.microsoft.com/office/drawing/2014/main" id="{3FEE5F5F-8C25-056E-02B6-AC3EDFB313C6}"/>
              </a:ext>
            </a:extLst>
          </p:cNvPr>
          <p:cNvGrpSpPr/>
          <p:nvPr/>
        </p:nvGrpSpPr>
        <p:grpSpPr>
          <a:xfrm>
            <a:off x="612365" y="1879481"/>
            <a:ext cx="2893219" cy="3281675"/>
            <a:chOff x="1027816" y="1657974"/>
            <a:chExt cx="2893219" cy="3281675"/>
          </a:xfrm>
        </p:grpSpPr>
        <p:grpSp>
          <p:nvGrpSpPr>
            <p:cNvPr id="59" name="그룹 58">
              <a:extLst>
                <a:ext uri="{FF2B5EF4-FFF2-40B4-BE49-F238E27FC236}">
                  <a16:creationId xmlns:a16="http://schemas.microsoft.com/office/drawing/2014/main" id="{E0F8AB01-A130-0498-529E-9A15897E2511}"/>
                </a:ext>
              </a:extLst>
            </p:cNvPr>
            <p:cNvGrpSpPr/>
            <p:nvPr/>
          </p:nvGrpSpPr>
          <p:grpSpPr>
            <a:xfrm>
              <a:off x="1104016" y="3039455"/>
              <a:ext cx="359881" cy="1590675"/>
              <a:chOff x="821219" y="2601428"/>
              <a:chExt cx="359881" cy="1590675"/>
            </a:xfrm>
            <a:solidFill>
              <a:schemeClr val="bg1">
                <a:lumMod val="85000"/>
              </a:schemeClr>
            </a:solidFill>
          </p:grpSpPr>
          <p:cxnSp>
            <p:nvCxnSpPr>
              <p:cNvPr id="60" name="직선 연결선 59">
                <a:extLst>
                  <a:ext uri="{FF2B5EF4-FFF2-40B4-BE49-F238E27FC236}">
                    <a16:creationId xmlns:a16="http://schemas.microsoft.com/office/drawing/2014/main" id="{11F402F5-87DC-E1EA-D3F2-B4C5E0416129}"/>
                  </a:ext>
                </a:extLst>
              </p:cNvPr>
              <p:cNvCxnSpPr/>
              <p:nvPr/>
            </p:nvCxnSpPr>
            <p:spPr>
              <a:xfrm>
                <a:off x="821219" y="2601428"/>
                <a:ext cx="0" cy="1590675"/>
              </a:xfrm>
              <a:prstGeom prst="line">
                <a:avLst/>
              </a:prstGeom>
              <a:grpFill/>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7D2D7FD0-5F70-7F1A-6E1F-DE03B3F02622}"/>
                  </a:ext>
                </a:extLst>
              </p:cNvPr>
              <p:cNvCxnSpPr>
                <a:cxnSpLocks/>
              </p:cNvCxnSpPr>
              <p:nvPr/>
            </p:nvCxnSpPr>
            <p:spPr>
              <a:xfrm flipH="1">
                <a:off x="821219" y="4192103"/>
                <a:ext cx="359881" cy="0"/>
              </a:xfrm>
              <a:prstGeom prst="line">
                <a:avLst/>
              </a:prstGeom>
              <a:grpFill/>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E47D762F-6E7A-D906-DA51-EA0EBEDAACD5}"/>
                  </a:ext>
                </a:extLst>
              </p:cNvPr>
              <p:cNvCxnSpPr>
                <a:cxnSpLocks/>
              </p:cNvCxnSpPr>
              <p:nvPr/>
            </p:nvCxnSpPr>
            <p:spPr>
              <a:xfrm flipH="1">
                <a:off x="821219" y="3296753"/>
                <a:ext cx="359881" cy="0"/>
              </a:xfrm>
              <a:prstGeom prst="line">
                <a:avLst/>
              </a:prstGeom>
              <a:grpFill/>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63" name="직사각형 62">
              <a:extLst>
                <a:ext uri="{FF2B5EF4-FFF2-40B4-BE49-F238E27FC236}">
                  <a16:creationId xmlns:a16="http://schemas.microsoft.com/office/drawing/2014/main" id="{446596BC-1A51-4CD6-9EE8-CD690EA790AD}"/>
                </a:ext>
              </a:extLst>
            </p:cNvPr>
            <p:cNvSpPr/>
            <p:nvPr/>
          </p:nvSpPr>
          <p:spPr>
            <a:xfrm>
              <a:off x="1189741" y="3387523"/>
              <a:ext cx="2712509" cy="720000"/>
            </a:xfrm>
            <a:prstGeom prst="rect">
              <a:avLst/>
            </a:prstGeom>
            <a:solidFill>
              <a:schemeClr val="bg1">
                <a:lumMod val="8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lvl="0"/>
              <a:r>
                <a:rPr lang="en-US" altLang="ko-KR" sz="1400" b="1" dirty="0">
                  <a:solidFill>
                    <a:schemeClr val="tx1"/>
                  </a:solidFill>
                  <a:latin typeface="맑은 고딕" panose="020B0503020000020004" pitchFamily="50" charset="-127"/>
                  <a:ea typeface="맑은 고딕" panose="020B0503020000020004" pitchFamily="50" charset="-127"/>
                  <a:cs typeface="Malgun Gothic Semilight" panose="020B0502040204020203" pitchFamily="50" charset="-127"/>
                </a:rPr>
                <a:t>FA Team </a:t>
              </a:r>
              <a:r>
                <a:rPr lang="en-US" altLang="ko-KR" sz="1100" dirty="0">
                  <a:solidFill>
                    <a:schemeClr val="tx1"/>
                  </a:solidFill>
                  <a:latin typeface="맑은 고딕" panose="020B0503020000020004" pitchFamily="50" charset="-127"/>
                  <a:ea typeface="맑은 고딕" panose="020B0503020000020004" pitchFamily="50" charset="-127"/>
                  <a:cs typeface="Malgun Gothic Semilight" panose="020B0502040204020203" pitchFamily="50" charset="-127"/>
                </a:rPr>
                <a:t>Formulation Architecture</a:t>
              </a:r>
            </a:p>
            <a:p>
              <a:pPr lvl="0"/>
              <a:r>
                <a:rPr lang="ko-KR" altLang="en-US" sz="1100" dirty="0">
                  <a:solidFill>
                    <a:schemeClr val="tx1"/>
                  </a:solidFill>
                  <a:effectLst/>
                </a:rPr>
                <a:t>초 개인화 맞춤형화장품 개발</a:t>
              </a:r>
              <a:r>
                <a:rPr lang="en-US" altLang="ko-KR" sz="1100" dirty="0">
                  <a:solidFill>
                    <a:schemeClr val="tx1"/>
                  </a:solidFill>
                  <a:effectLst/>
                </a:rPr>
                <a:t>, </a:t>
              </a:r>
              <a:r>
                <a:rPr lang="ko-KR" altLang="en-US" sz="1100" dirty="0">
                  <a:solidFill>
                    <a:schemeClr val="tx1"/>
                  </a:solidFill>
                  <a:effectLst/>
                </a:rPr>
                <a:t>자동 </a:t>
              </a:r>
              <a:r>
                <a:rPr lang="ko-KR" altLang="en-US" sz="1100" dirty="0">
                  <a:solidFill>
                    <a:schemeClr val="tx1"/>
                  </a:solidFill>
                </a:rPr>
                <a:t>실험 </a:t>
              </a:r>
              <a:r>
                <a:rPr lang="ko-KR" altLang="en-US" sz="1100" dirty="0">
                  <a:solidFill>
                    <a:schemeClr val="tx1"/>
                  </a:solidFill>
                  <a:effectLst/>
                </a:rPr>
                <a:t>생산 로직 및 시스템 연구 </a:t>
              </a:r>
              <a:endParaRPr lang="en-US" altLang="ko-KR" sz="1100" dirty="0">
                <a:solidFill>
                  <a:schemeClr val="tx1"/>
                </a:solidFill>
                <a:latin typeface="맑은 고딕" panose="020B0503020000020004" pitchFamily="50" charset="-127"/>
                <a:ea typeface="맑은 고딕" panose="020B0503020000020004" pitchFamily="50" charset="-127"/>
                <a:cs typeface="Malgun Gothic Semilight" panose="020B0502040204020203" pitchFamily="50" charset="-127"/>
              </a:endParaRPr>
            </a:p>
          </p:txBody>
        </p:sp>
        <p:sp>
          <p:nvSpPr>
            <p:cNvPr id="64" name="직사각형 63">
              <a:extLst>
                <a:ext uri="{FF2B5EF4-FFF2-40B4-BE49-F238E27FC236}">
                  <a16:creationId xmlns:a16="http://schemas.microsoft.com/office/drawing/2014/main" id="{CE795720-FEA0-B701-4144-BF653C000899}"/>
                </a:ext>
              </a:extLst>
            </p:cNvPr>
            <p:cNvSpPr/>
            <p:nvPr/>
          </p:nvSpPr>
          <p:spPr>
            <a:xfrm>
              <a:off x="1189741" y="4219649"/>
              <a:ext cx="2712509" cy="720000"/>
            </a:xfrm>
            <a:prstGeom prst="rect">
              <a:avLst/>
            </a:prstGeom>
            <a:solidFill>
              <a:schemeClr val="bg1">
                <a:lumMod val="8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lvl="0"/>
              <a:r>
                <a:rPr lang="en-US" altLang="ko-KR" sz="1400" b="1" dirty="0">
                  <a:solidFill>
                    <a:prstClr val="black"/>
                  </a:solidFill>
                  <a:latin typeface="맑은 고딕" panose="020B0503020000020004" pitchFamily="50" charset="-127"/>
                  <a:ea typeface="맑은 고딕" panose="020B0503020000020004" pitchFamily="50" charset="-127"/>
                  <a:cs typeface="Malgun Gothic Semilight" panose="020B0502040204020203" pitchFamily="50" charset="-127"/>
                </a:rPr>
                <a:t>SL Team </a:t>
              </a:r>
              <a:r>
                <a:rPr lang="en-US" altLang="ko-KR" sz="1100" dirty="0">
                  <a:solidFill>
                    <a:prstClr val="black"/>
                  </a:solidFill>
                  <a:latin typeface="맑은 고딕" panose="020B0503020000020004" pitchFamily="50" charset="-127"/>
                  <a:ea typeface="맑은 고딕" panose="020B0503020000020004" pitchFamily="50" charset="-127"/>
                  <a:cs typeface="Malgun Gothic Semilight" panose="020B0502040204020203" pitchFamily="50" charset="-127"/>
                </a:rPr>
                <a:t>Smart Laboratory</a:t>
              </a:r>
            </a:p>
            <a:p>
              <a:pPr lvl="0"/>
              <a:r>
                <a:rPr lang="en-US" altLang="ko-KR" sz="1100" dirty="0">
                  <a:solidFill>
                    <a:schemeClr val="tx1"/>
                  </a:solidFill>
                  <a:effectLst/>
                </a:rPr>
                <a:t>AI </a:t>
              </a:r>
              <a:r>
                <a:rPr lang="ko-KR" altLang="en-US" sz="1100" dirty="0">
                  <a:solidFill>
                    <a:schemeClr val="tx1"/>
                  </a:solidFill>
                  <a:effectLst/>
                </a:rPr>
                <a:t>활용 연구</a:t>
              </a:r>
              <a:r>
                <a:rPr lang="en-US" altLang="ko-KR" sz="1100" dirty="0">
                  <a:solidFill>
                    <a:schemeClr val="tx1"/>
                  </a:solidFill>
                  <a:effectLst/>
                </a:rPr>
                <a:t>/</a:t>
              </a:r>
              <a:r>
                <a:rPr lang="ko-KR" altLang="en-US" sz="1100" dirty="0">
                  <a:solidFill>
                    <a:schemeClr val="tx1"/>
                  </a:solidFill>
                  <a:effectLst/>
                </a:rPr>
                <a:t>생산 색상 시스템 개발 및 프로세스 효율화</a:t>
              </a:r>
              <a:endParaRPr lang="en-US" altLang="ko-KR" sz="1100" dirty="0">
                <a:solidFill>
                  <a:schemeClr val="tx1"/>
                </a:solidFill>
                <a:latin typeface="맑은 고딕" panose="020B0503020000020004" pitchFamily="50" charset="-127"/>
                <a:ea typeface="맑은 고딕" panose="020B0503020000020004" pitchFamily="50" charset="-127"/>
                <a:cs typeface="Malgun Gothic Semilight" panose="020B0502040204020203" pitchFamily="50" charset="-127"/>
              </a:endParaRPr>
            </a:p>
          </p:txBody>
        </p:sp>
        <p:sp>
          <p:nvSpPr>
            <p:cNvPr id="65" name="직사각형 64">
              <a:extLst>
                <a:ext uri="{FF2B5EF4-FFF2-40B4-BE49-F238E27FC236}">
                  <a16:creationId xmlns:a16="http://schemas.microsoft.com/office/drawing/2014/main" id="{0156B416-184A-0414-EB36-17899F3DBC89}"/>
                </a:ext>
              </a:extLst>
            </p:cNvPr>
            <p:cNvSpPr/>
            <p:nvPr/>
          </p:nvSpPr>
          <p:spPr>
            <a:xfrm>
              <a:off x="1027816" y="2578741"/>
              <a:ext cx="2880000" cy="720000"/>
            </a:xfrm>
            <a:prstGeom prst="rect">
              <a:avLst/>
            </a:prstGeom>
            <a:solidFill>
              <a:schemeClr val="bg1">
                <a:lumMod val="8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ko-KR" sz="1400" b="1" dirty="0">
                  <a:solidFill>
                    <a:prstClr val="black"/>
                  </a:solidFill>
                  <a:latin typeface="맑은 고딕" panose="020B0503020000020004" pitchFamily="50" charset="-127"/>
                  <a:ea typeface="맑은 고딕" panose="020B0503020000020004" pitchFamily="50" charset="-127"/>
                  <a:cs typeface="Malgun Gothic Semilight" panose="020B0502040204020203" pitchFamily="50" charset="-127"/>
                </a:rPr>
                <a:t>DF Lab</a:t>
              </a:r>
            </a:p>
            <a:p>
              <a:pPr lvl="0"/>
              <a:r>
                <a:rPr lang="en-US" altLang="ko-KR" sz="1100" dirty="0">
                  <a:solidFill>
                    <a:prstClr val="black"/>
                  </a:solidFill>
                  <a:latin typeface="맑은 고딕" panose="020B0503020000020004" pitchFamily="50" charset="-127"/>
                  <a:ea typeface="맑은 고딕" panose="020B0503020000020004" pitchFamily="50" charset="-127"/>
                  <a:cs typeface="Malgun Gothic Semilight" panose="020B0502040204020203" pitchFamily="50" charset="-127"/>
                </a:rPr>
                <a:t>Digital Formulation</a:t>
              </a:r>
            </a:p>
          </p:txBody>
        </p:sp>
        <p:sp>
          <p:nvSpPr>
            <p:cNvPr id="67" name="직사각형 66">
              <a:extLst>
                <a:ext uri="{FF2B5EF4-FFF2-40B4-BE49-F238E27FC236}">
                  <a16:creationId xmlns:a16="http://schemas.microsoft.com/office/drawing/2014/main" id="{30CC7DC0-A899-3429-0DE9-AD0F4489F46C}"/>
                </a:ext>
              </a:extLst>
            </p:cNvPr>
            <p:cNvSpPr/>
            <p:nvPr/>
          </p:nvSpPr>
          <p:spPr>
            <a:xfrm>
              <a:off x="1041035" y="1657974"/>
              <a:ext cx="2880000" cy="72000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b="1" dirty="0">
                  <a:solidFill>
                    <a:schemeClr val="tx1"/>
                  </a:solidFill>
                  <a:latin typeface="맑은 고딕" panose="020B0503020000020004" pitchFamily="50" charset="-127"/>
                </a:rPr>
                <a:t>CAI Division</a:t>
              </a:r>
            </a:p>
            <a:p>
              <a:r>
                <a:rPr lang="en-US" altLang="ko-KR" sz="1100" dirty="0">
                  <a:solidFill>
                    <a:schemeClr val="tx1"/>
                  </a:solidFill>
                  <a:latin typeface="+mn-ea"/>
                  <a:cs typeface="Malgun Gothic"/>
                  <a:sym typeface="Malgun Gothic"/>
                </a:rPr>
                <a:t>COSAMX </a:t>
              </a:r>
              <a:r>
                <a:rPr lang="en-US" altLang="ko-KR" sz="1100" dirty="0">
                  <a:solidFill>
                    <a:schemeClr val="tx1"/>
                  </a:solidFill>
                  <a:latin typeface="+mn-ea"/>
                </a:rPr>
                <a:t>Artificial Intelligence</a:t>
              </a:r>
              <a:endParaRPr lang="en-US" altLang="ko-KR" sz="1100" dirty="0">
                <a:solidFill>
                  <a:schemeClr val="tx1"/>
                </a:solidFill>
                <a:latin typeface="맑은 고딕" panose="020B0503020000020004" pitchFamily="50" charset="-127"/>
              </a:endParaRPr>
            </a:p>
          </p:txBody>
        </p:sp>
        <p:cxnSp>
          <p:nvCxnSpPr>
            <p:cNvPr id="69" name="직선 연결선 68">
              <a:extLst>
                <a:ext uri="{FF2B5EF4-FFF2-40B4-BE49-F238E27FC236}">
                  <a16:creationId xmlns:a16="http://schemas.microsoft.com/office/drawing/2014/main" id="{45145012-9033-2974-2386-EA16B02E5006}"/>
                </a:ext>
              </a:extLst>
            </p:cNvPr>
            <p:cNvCxnSpPr/>
            <p:nvPr/>
          </p:nvCxnSpPr>
          <p:spPr>
            <a:xfrm>
              <a:off x="1104016" y="2390979"/>
              <a:ext cx="0" cy="180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EAE110C1-16CA-0CC8-3A4F-2BFAFE0DF94D}"/>
              </a:ext>
            </a:extLst>
          </p:cNvPr>
          <p:cNvSpPr txBox="1"/>
          <p:nvPr/>
        </p:nvSpPr>
        <p:spPr>
          <a:xfrm>
            <a:off x="8734949" y="1817194"/>
            <a:ext cx="3079689" cy="3796104"/>
          </a:xfrm>
          <a:prstGeom prst="rect">
            <a:avLst/>
          </a:prstGeom>
          <a:noFill/>
        </p:spPr>
        <p:txBody>
          <a:bodyPr wrap="none" rtlCol="0">
            <a:spAutoFit/>
          </a:bodyPr>
          <a:lstStyle/>
          <a:p>
            <a:pPr>
              <a:lnSpc>
                <a:spcPct val="150000"/>
              </a:lnSpc>
            </a:pPr>
            <a:r>
              <a:rPr lang="ko-KR" altLang="en-US" sz="1400" b="1" dirty="0">
                <a:latin typeface="맑은 고딕" panose="020B0503020000020004" pitchFamily="50" charset="-127"/>
                <a:ea typeface="맑은 고딕" panose="020B0503020000020004" pitchFamily="50" charset="-127"/>
                <a:cs typeface="Malgun Gothic Semilight" panose="020B0502040204020203" pitchFamily="50" charset="-127"/>
              </a:rPr>
              <a:t>연구</a:t>
            </a:r>
            <a:r>
              <a:rPr lang="en-US" altLang="ko-KR" sz="1400" b="1" dirty="0">
                <a:latin typeface="맑은 고딕" panose="020B0503020000020004" pitchFamily="50" charset="-127"/>
                <a:ea typeface="맑은 고딕" panose="020B0503020000020004" pitchFamily="50" charset="-127"/>
                <a:cs typeface="Malgun Gothic Semilight" panose="020B0502040204020203" pitchFamily="50" charset="-127"/>
              </a:rPr>
              <a:t>/</a:t>
            </a:r>
            <a:r>
              <a:rPr lang="ko-KR" altLang="en-US" sz="1400" b="1" dirty="0">
                <a:latin typeface="맑은 고딕" panose="020B0503020000020004" pitchFamily="50" charset="-127"/>
                <a:ea typeface="맑은 고딕" panose="020B0503020000020004" pitchFamily="50" charset="-127"/>
                <a:cs typeface="Malgun Gothic Semilight" panose="020B0502040204020203" pitchFamily="50" charset="-127"/>
              </a:rPr>
              <a:t>생산 효율성 증대</a:t>
            </a:r>
            <a:endParaRPr lang="en-US" altLang="ko-KR" sz="1400" b="1"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 </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연구소용 스마트 조색 </a:t>
            </a: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AI </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시스템 개발</a:t>
            </a: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 </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생산용 초기 투입량 </a:t>
            </a: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AI </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추천 시스템 개발</a:t>
            </a: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 </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프로세스 효율화</a:t>
            </a: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ko-KR" altLang="en-US" sz="1400" b="1" dirty="0">
                <a:latin typeface="맑은 고딕" panose="020B0503020000020004" pitchFamily="50" charset="-127"/>
                <a:ea typeface="맑은 고딕" panose="020B0503020000020004" pitchFamily="50" charset="-127"/>
                <a:cs typeface="Malgun Gothic Semilight" panose="020B0502040204020203" pitchFamily="50" charset="-127"/>
              </a:rPr>
              <a:t>맞춤형 제형 개발</a:t>
            </a:r>
            <a:endParaRPr lang="en-US" altLang="ko-KR" sz="1400" b="1"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 </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맞춤형 </a:t>
            </a:r>
            <a:r>
              <a:rPr lang="ko-KR" altLang="en-US" sz="1200" dirty="0" err="1">
                <a:latin typeface="맑은 고딕" panose="020B0503020000020004" pitchFamily="50" charset="-127"/>
                <a:ea typeface="맑은 고딕" panose="020B0503020000020004" pitchFamily="50" charset="-127"/>
                <a:cs typeface="Malgun Gothic Semilight" panose="020B0502040204020203" pitchFamily="50" charset="-127"/>
              </a:rPr>
              <a:t>헤어케어</a:t>
            </a: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스킨케어</a:t>
            </a: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메이크업</a:t>
            </a: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- 3WAAU, BYNIQ</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 맞춤형 제품 연구</a:t>
            </a: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 </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로직 개발</a:t>
            </a: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marL="285750" indent="-285750">
              <a:lnSpc>
                <a:spcPct val="150000"/>
              </a:lnSpc>
              <a:buFontTx/>
              <a:buChar char="-"/>
            </a:pPr>
            <a:endPar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nSpc>
                <a:spcPct val="150000"/>
              </a:lnSpc>
            </a:pPr>
            <a:r>
              <a:rPr lang="ko-KR" altLang="en-US" sz="1400" b="1" dirty="0">
                <a:latin typeface="맑은 고딕" panose="020B0503020000020004" pitchFamily="50" charset="-127"/>
                <a:ea typeface="맑은 고딕" panose="020B0503020000020004" pitchFamily="50" charset="-127"/>
                <a:cs typeface="Malgun Gothic Semilight" panose="020B0502040204020203" pitchFamily="50" charset="-127"/>
              </a:rPr>
              <a:t>자동화 시스템 개발</a:t>
            </a:r>
          </a:p>
          <a:p>
            <a:pPr>
              <a:lnSpc>
                <a:spcPct val="150000"/>
              </a:lnSpc>
            </a:pPr>
            <a:r>
              <a:rPr lang="en-US" altLang="ko-KR" sz="1200" dirty="0">
                <a:latin typeface="맑은 고딕" panose="020B0503020000020004" pitchFamily="50" charset="-127"/>
                <a:ea typeface="맑은 고딕" panose="020B0503020000020004" pitchFamily="50" charset="-127"/>
                <a:cs typeface="Malgun Gothic Semilight" panose="020B0502040204020203" pitchFamily="50" charset="-127"/>
              </a:rPr>
              <a:t>- </a:t>
            </a:r>
            <a:r>
              <a:rPr lang="ko-KR" altLang="en-US" sz="1200" dirty="0" err="1">
                <a:latin typeface="맑은 고딕" panose="020B0503020000020004" pitchFamily="50" charset="-127"/>
                <a:ea typeface="맑은 고딕" panose="020B0503020000020004" pitchFamily="50" charset="-127"/>
                <a:cs typeface="Malgun Gothic Semilight" panose="020B0502040204020203" pitchFamily="50" charset="-127"/>
              </a:rPr>
              <a:t>로봇팔</a:t>
            </a:r>
            <a:r>
              <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rPr>
              <a:t> 이용 자동 실험 시스템 개발</a:t>
            </a:r>
          </a:p>
          <a:p>
            <a:pPr>
              <a:lnSpc>
                <a:spcPct val="150000"/>
              </a:lnSpc>
            </a:pPr>
            <a:endParaRPr lang="ko-KR" altLang="en-US" sz="1200" dirty="0">
              <a:latin typeface="맑은 고딕" panose="020B0503020000020004" pitchFamily="50" charset="-127"/>
              <a:ea typeface="맑은 고딕" panose="020B0503020000020004" pitchFamily="50" charset="-127"/>
              <a:cs typeface="Malgun Gothic Semilight" panose="020B0502040204020203" pitchFamily="50" charset="-127"/>
            </a:endParaRPr>
          </a:p>
        </p:txBody>
      </p:sp>
      <p:grpSp>
        <p:nvGrpSpPr>
          <p:cNvPr id="88" name="그룹 87">
            <a:extLst>
              <a:ext uri="{FF2B5EF4-FFF2-40B4-BE49-F238E27FC236}">
                <a16:creationId xmlns:a16="http://schemas.microsoft.com/office/drawing/2014/main" id="{D72700D7-FC0E-602E-4C71-0F20D301527F}"/>
              </a:ext>
            </a:extLst>
          </p:cNvPr>
          <p:cNvGrpSpPr/>
          <p:nvPr/>
        </p:nvGrpSpPr>
        <p:grpSpPr>
          <a:xfrm>
            <a:off x="2993902" y="2211201"/>
            <a:ext cx="6204196" cy="3874889"/>
            <a:chOff x="2290557" y="1048603"/>
            <a:chExt cx="6204196" cy="3874889"/>
          </a:xfrm>
        </p:grpSpPr>
        <p:sp>
          <p:nvSpPr>
            <p:cNvPr id="89" name="화살표: 오각형 88">
              <a:extLst>
                <a:ext uri="{FF2B5EF4-FFF2-40B4-BE49-F238E27FC236}">
                  <a16:creationId xmlns:a16="http://schemas.microsoft.com/office/drawing/2014/main" id="{E67963D5-7FDE-597B-6546-3F7368E0D198}"/>
                </a:ext>
              </a:extLst>
            </p:cNvPr>
            <p:cNvSpPr/>
            <p:nvPr/>
          </p:nvSpPr>
          <p:spPr>
            <a:xfrm rot="10800000">
              <a:off x="3831066" y="3891594"/>
              <a:ext cx="2832381" cy="432000"/>
            </a:xfrm>
            <a:prstGeom prst="homePlate">
              <a:avLst/>
            </a:prstGeom>
            <a:gradFill flip="none" rotWithShape="1">
              <a:gsLst>
                <a:gs pos="0">
                  <a:schemeClr val="bg1">
                    <a:lumMod val="65000"/>
                    <a:shade val="30000"/>
                    <a:satMod val="115000"/>
                  </a:schemeClr>
                </a:gs>
                <a:gs pos="50000">
                  <a:schemeClr val="bg1">
                    <a:lumMod val="65000"/>
                    <a:shade val="67500"/>
                    <a:satMod val="115000"/>
                  </a:schemeClr>
                </a:gs>
                <a:gs pos="100000">
                  <a:schemeClr val="bg1">
                    <a:lumMod val="65000"/>
                    <a:shade val="100000"/>
                    <a:satMod val="115000"/>
                  </a:schemeClr>
                </a:gs>
              </a:gsLst>
              <a:lin ang="5400000" scaled="1"/>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맑은 고딕" panose="020B0503020000020004" pitchFamily="50" charset="-127"/>
                <a:ea typeface="맑은 고딕" panose="020B0503020000020004" pitchFamily="50" charset="-127"/>
              </a:endParaRPr>
            </a:p>
          </p:txBody>
        </p:sp>
        <p:sp>
          <p:nvSpPr>
            <p:cNvPr id="90" name="화살표: 오각형 89">
              <a:extLst>
                <a:ext uri="{FF2B5EF4-FFF2-40B4-BE49-F238E27FC236}">
                  <a16:creationId xmlns:a16="http://schemas.microsoft.com/office/drawing/2014/main" id="{C85E2512-F840-BFEC-7CC9-4E8CC17A991E}"/>
                </a:ext>
              </a:extLst>
            </p:cNvPr>
            <p:cNvSpPr/>
            <p:nvPr/>
          </p:nvSpPr>
          <p:spPr>
            <a:xfrm rot="18215480">
              <a:off x="3308831" y="2832073"/>
              <a:ext cx="2736000" cy="432000"/>
            </a:xfrm>
            <a:prstGeom prst="homePlate">
              <a:avLst/>
            </a:prstGeom>
            <a:gradFill flip="none" rotWithShape="1">
              <a:gsLst>
                <a:gs pos="0">
                  <a:schemeClr val="bg1">
                    <a:lumMod val="65000"/>
                    <a:shade val="30000"/>
                    <a:satMod val="115000"/>
                  </a:schemeClr>
                </a:gs>
                <a:gs pos="50000">
                  <a:schemeClr val="bg1">
                    <a:lumMod val="65000"/>
                    <a:shade val="67500"/>
                    <a:satMod val="115000"/>
                  </a:schemeClr>
                </a:gs>
                <a:gs pos="100000">
                  <a:schemeClr val="bg1">
                    <a:lumMod val="65000"/>
                    <a:shade val="100000"/>
                    <a:satMod val="115000"/>
                  </a:schemeClr>
                </a:gs>
              </a:gsLst>
              <a:lin ang="2700000" scaled="1"/>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latin typeface="맑은 고딕" panose="020B0503020000020004" pitchFamily="50" charset="-127"/>
                <a:ea typeface="맑은 고딕" panose="020B0503020000020004" pitchFamily="50" charset="-127"/>
              </a:endParaRPr>
            </a:p>
          </p:txBody>
        </p:sp>
        <p:sp>
          <p:nvSpPr>
            <p:cNvPr id="91" name="화살표: 오각형 90">
              <a:extLst>
                <a:ext uri="{FF2B5EF4-FFF2-40B4-BE49-F238E27FC236}">
                  <a16:creationId xmlns:a16="http://schemas.microsoft.com/office/drawing/2014/main" id="{62C8BCCA-548F-824D-35DA-9CC577F068FE}"/>
                </a:ext>
              </a:extLst>
            </p:cNvPr>
            <p:cNvSpPr/>
            <p:nvPr/>
          </p:nvSpPr>
          <p:spPr>
            <a:xfrm rot="3328983">
              <a:off x="4703626" y="2925328"/>
              <a:ext cx="2847518" cy="432000"/>
            </a:xfrm>
            <a:prstGeom prst="homePlate">
              <a:avLst/>
            </a:prstGeom>
            <a:gradFill flip="none" rotWithShape="1">
              <a:gsLst>
                <a:gs pos="0">
                  <a:schemeClr val="bg1">
                    <a:lumMod val="65000"/>
                    <a:shade val="30000"/>
                    <a:satMod val="115000"/>
                  </a:schemeClr>
                </a:gs>
                <a:gs pos="50000">
                  <a:schemeClr val="bg1">
                    <a:lumMod val="65000"/>
                    <a:shade val="67500"/>
                    <a:satMod val="115000"/>
                  </a:schemeClr>
                </a:gs>
                <a:gs pos="100000">
                  <a:schemeClr val="bg1">
                    <a:lumMod val="65000"/>
                    <a:shade val="100000"/>
                    <a:satMod val="115000"/>
                  </a:schemeClr>
                </a:gs>
              </a:gsLst>
              <a:lin ang="8100000" scaled="1"/>
              <a:tileRect/>
            </a:gra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맑은 고딕" panose="020B0503020000020004" pitchFamily="50" charset="-127"/>
                <a:ea typeface="맑은 고딕" panose="020B0503020000020004" pitchFamily="50" charset="-127"/>
              </a:endParaRPr>
            </a:p>
          </p:txBody>
        </p:sp>
        <p:sp>
          <p:nvSpPr>
            <p:cNvPr id="92" name="이등변 삼각형 91">
              <a:extLst>
                <a:ext uri="{FF2B5EF4-FFF2-40B4-BE49-F238E27FC236}">
                  <a16:creationId xmlns:a16="http://schemas.microsoft.com/office/drawing/2014/main" id="{6B9C7816-087B-967B-7C03-FB81784A65F2}"/>
                </a:ext>
              </a:extLst>
            </p:cNvPr>
            <p:cNvSpPr/>
            <p:nvPr/>
          </p:nvSpPr>
          <p:spPr>
            <a:xfrm>
              <a:off x="3557562" y="3817865"/>
              <a:ext cx="684000" cy="504000"/>
            </a:xfrm>
            <a:prstGeom prst="triangle">
              <a:avLst/>
            </a:prstGeom>
            <a:solidFill>
              <a:schemeClr val="bg1">
                <a:lumMod val="8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맑은 고딕" panose="020B0503020000020004" pitchFamily="50" charset="-127"/>
                <a:ea typeface="맑은 고딕" panose="020B0503020000020004" pitchFamily="50" charset="-127"/>
              </a:endParaRPr>
            </a:p>
          </p:txBody>
        </p:sp>
        <p:sp>
          <p:nvSpPr>
            <p:cNvPr id="93" name="TextBox 92">
              <a:extLst>
                <a:ext uri="{FF2B5EF4-FFF2-40B4-BE49-F238E27FC236}">
                  <a16:creationId xmlns:a16="http://schemas.microsoft.com/office/drawing/2014/main" id="{D7B8DC2A-B9D8-654A-F569-51CE2CE16168}"/>
                </a:ext>
              </a:extLst>
            </p:cNvPr>
            <p:cNvSpPr txBox="1"/>
            <p:nvPr/>
          </p:nvSpPr>
          <p:spPr>
            <a:xfrm>
              <a:off x="4216227" y="1048603"/>
              <a:ext cx="2352855" cy="584775"/>
            </a:xfrm>
            <a:prstGeom prst="rect">
              <a:avLst/>
            </a:prstGeom>
            <a:noFill/>
          </p:spPr>
          <p:txBody>
            <a:bodyPr wrap="square">
              <a:spAutoFit/>
            </a:bodyPr>
            <a:lstStyle/>
            <a:p>
              <a:pPr algn="ctr"/>
              <a:r>
                <a:rPr lang="en-US" altLang="ko-KR" sz="1600" b="1" i="0" dirty="0">
                  <a:solidFill>
                    <a:srgbClr val="222225"/>
                  </a:solidFill>
                  <a:effectLst/>
                  <a:latin typeface="맑은 고딕" panose="020B0503020000020004" pitchFamily="50" charset="-127"/>
                  <a:ea typeface="맑은 고딕" panose="020B0503020000020004" pitchFamily="50" charset="-127"/>
                  <a:cs typeface="Malgun Gothic Semilight" panose="020B0502040204020203" pitchFamily="50" charset="-127"/>
                </a:rPr>
                <a:t>Improve </a:t>
              </a:r>
            </a:p>
            <a:p>
              <a:pPr algn="ctr"/>
              <a:r>
                <a:rPr lang="en-US" altLang="ko-KR" sz="1600" b="1" i="0" dirty="0">
                  <a:solidFill>
                    <a:srgbClr val="222225"/>
                  </a:solidFill>
                  <a:effectLst/>
                  <a:latin typeface="맑은 고딕" panose="020B0503020000020004" pitchFamily="50" charset="-127"/>
                  <a:ea typeface="맑은 고딕" panose="020B0503020000020004" pitchFamily="50" charset="-127"/>
                  <a:cs typeface="Malgun Gothic Semilight" panose="020B0502040204020203" pitchFamily="50" charset="-127"/>
                </a:rPr>
                <a:t>efficiency</a:t>
              </a:r>
              <a:endPar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endParaRPr>
            </a:p>
          </p:txBody>
        </p:sp>
        <p:sp>
          <p:nvSpPr>
            <p:cNvPr id="94" name="TextBox 93">
              <a:extLst>
                <a:ext uri="{FF2B5EF4-FFF2-40B4-BE49-F238E27FC236}">
                  <a16:creationId xmlns:a16="http://schemas.microsoft.com/office/drawing/2014/main" id="{5A487353-787D-6F3D-AF5F-D6D9C6EAF691}"/>
                </a:ext>
              </a:extLst>
            </p:cNvPr>
            <p:cNvSpPr txBox="1"/>
            <p:nvPr/>
          </p:nvSpPr>
          <p:spPr>
            <a:xfrm>
              <a:off x="2290557" y="4338717"/>
              <a:ext cx="2111498" cy="584775"/>
            </a:xfrm>
            <a:prstGeom prst="rect">
              <a:avLst/>
            </a:prstGeom>
            <a:noFill/>
          </p:spPr>
          <p:txBody>
            <a:bodyPr wrap="square">
              <a:spAutoFit/>
            </a:bodyPr>
            <a:lstStyle/>
            <a:p>
              <a:pPr algn="ctr"/>
              <a:r>
                <a:rPr lang="en-US" altLang="ko-KR" sz="1600" b="1" dirty="0">
                  <a:latin typeface="맑은 고딕" panose="020B0503020000020004" pitchFamily="50" charset="-127"/>
                  <a:ea typeface="맑은 고딕" panose="020B0503020000020004" pitchFamily="50" charset="-127"/>
                  <a:cs typeface="Malgun Gothic Semilight" panose="020B0502040204020203" pitchFamily="50" charset="-127"/>
                </a:rPr>
                <a:t>P</a:t>
              </a:r>
              <a:r>
                <a:rPr lang="ko-KR" altLang="en-US" sz="1600" b="1" dirty="0" err="1">
                  <a:latin typeface="맑은 고딕" panose="020B0503020000020004" pitchFamily="50" charset="-127"/>
                  <a:ea typeface="맑은 고딕" panose="020B0503020000020004" pitchFamily="50" charset="-127"/>
                  <a:cs typeface="Malgun Gothic Semilight" panose="020B0502040204020203" pitchFamily="50" charset="-127"/>
                </a:rPr>
                <a:t>roduct</a:t>
              </a:r>
              <a:r>
                <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rPr>
                <a:t> </a:t>
              </a:r>
              <a:endParaRPr lang="en-US" altLang="ko-KR" sz="1600" b="1"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gn="ctr"/>
              <a:r>
                <a:rPr lang="ko-KR" altLang="en-US" sz="1600" b="1" dirty="0" err="1">
                  <a:latin typeface="맑은 고딕" panose="020B0503020000020004" pitchFamily="50" charset="-127"/>
                  <a:ea typeface="맑은 고딕" panose="020B0503020000020004" pitchFamily="50" charset="-127"/>
                  <a:cs typeface="Malgun Gothic Semilight" panose="020B0502040204020203" pitchFamily="50" charset="-127"/>
                </a:rPr>
                <a:t>development</a:t>
              </a:r>
              <a:endPar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endParaRPr>
            </a:p>
          </p:txBody>
        </p:sp>
        <p:sp>
          <p:nvSpPr>
            <p:cNvPr id="95" name="TextBox 94">
              <a:extLst>
                <a:ext uri="{FF2B5EF4-FFF2-40B4-BE49-F238E27FC236}">
                  <a16:creationId xmlns:a16="http://schemas.microsoft.com/office/drawing/2014/main" id="{9401C478-C611-BA12-1631-D85B81E10F92}"/>
                </a:ext>
              </a:extLst>
            </p:cNvPr>
            <p:cNvSpPr txBox="1"/>
            <p:nvPr/>
          </p:nvSpPr>
          <p:spPr>
            <a:xfrm>
              <a:off x="5829140" y="4320142"/>
              <a:ext cx="2665613" cy="584775"/>
            </a:xfrm>
            <a:prstGeom prst="rect">
              <a:avLst/>
            </a:prstGeom>
            <a:noFill/>
          </p:spPr>
          <p:txBody>
            <a:bodyPr wrap="square">
              <a:spAutoFit/>
            </a:bodyPr>
            <a:lstStyle/>
            <a:p>
              <a:pPr algn="ctr"/>
              <a:r>
                <a:rPr lang="en-US" altLang="ko-KR" sz="1600" b="1" dirty="0">
                  <a:latin typeface="맑은 고딕" panose="020B0503020000020004" pitchFamily="50" charset="-127"/>
                  <a:ea typeface="맑은 고딕" panose="020B0503020000020004" pitchFamily="50" charset="-127"/>
                  <a:cs typeface="Malgun Gothic Semilight" panose="020B0502040204020203" pitchFamily="50" charset="-127"/>
                </a:rPr>
                <a:t>S</a:t>
              </a:r>
              <a:r>
                <a:rPr lang="ko-KR" altLang="en-US" sz="1600" b="1" dirty="0" err="1">
                  <a:latin typeface="맑은 고딕" panose="020B0503020000020004" pitchFamily="50" charset="-127"/>
                  <a:ea typeface="맑은 고딕" panose="020B0503020000020004" pitchFamily="50" charset="-127"/>
                  <a:cs typeface="Malgun Gothic Semilight" panose="020B0502040204020203" pitchFamily="50" charset="-127"/>
                </a:rPr>
                <a:t>ystem</a:t>
              </a:r>
              <a:r>
                <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rPr>
                <a:t> </a:t>
              </a:r>
              <a:endParaRPr lang="en-US" altLang="ko-KR" sz="1600" b="1"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gn="ctr"/>
              <a:r>
                <a:rPr lang="ko-KR" altLang="en-US" sz="1600" b="1" dirty="0" err="1">
                  <a:latin typeface="맑은 고딕" panose="020B0503020000020004" pitchFamily="50" charset="-127"/>
                  <a:ea typeface="맑은 고딕" panose="020B0503020000020004" pitchFamily="50" charset="-127"/>
                  <a:cs typeface="Malgun Gothic Semilight" panose="020B0502040204020203" pitchFamily="50" charset="-127"/>
                </a:rPr>
                <a:t>development</a:t>
              </a:r>
              <a:endPar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endParaRPr>
            </a:p>
          </p:txBody>
        </p:sp>
        <p:sp>
          <p:nvSpPr>
            <p:cNvPr id="96" name="사각형: 둥근 모서리 95">
              <a:extLst>
                <a:ext uri="{FF2B5EF4-FFF2-40B4-BE49-F238E27FC236}">
                  <a16:creationId xmlns:a16="http://schemas.microsoft.com/office/drawing/2014/main" id="{18F1E3B0-34CD-8A2D-038E-9E2A96E475E9}"/>
                </a:ext>
              </a:extLst>
            </p:cNvPr>
            <p:cNvSpPr/>
            <p:nvPr/>
          </p:nvSpPr>
          <p:spPr>
            <a:xfrm rot="3312459">
              <a:off x="4988294" y="2907080"/>
              <a:ext cx="2215412" cy="38317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rPr>
                <a:t>신규 트랜드 창출</a:t>
              </a:r>
            </a:p>
          </p:txBody>
        </p:sp>
        <p:sp>
          <p:nvSpPr>
            <p:cNvPr id="97" name="사각형: 둥근 모서리 96">
              <a:extLst>
                <a:ext uri="{FF2B5EF4-FFF2-40B4-BE49-F238E27FC236}">
                  <a16:creationId xmlns:a16="http://schemas.microsoft.com/office/drawing/2014/main" id="{98AA5A9B-FFD7-A5DB-7D5F-DF1B10D56C86}"/>
                </a:ext>
              </a:extLst>
            </p:cNvPr>
            <p:cNvSpPr/>
            <p:nvPr/>
          </p:nvSpPr>
          <p:spPr>
            <a:xfrm rot="18223646">
              <a:off x="3462887" y="2731935"/>
              <a:ext cx="2464340" cy="57433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600" b="1" dirty="0" err="1">
                  <a:latin typeface="맑은 고딕" panose="020B0503020000020004" pitchFamily="50" charset="-127"/>
                  <a:ea typeface="맑은 고딕" panose="020B0503020000020004" pitchFamily="50" charset="-127"/>
                  <a:cs typeface="Malgun Gothic Semilight" panose="020B0502040204020203" pitchFamily="50" charset="-127"/>
                </a:rPr>
                <a:t>초격차</a:t>
              </a:r>
              <a:r>
                <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rPr>
                <a:t> 기술</a:t>
              </a:r>
            </a:p>
          </p:txBody>
        </p:sp>
        <p:sp>
          <p:nvSpPr>
            <p:cNvPr id="98" name="사각형: 둥근 모서리 97">
              <a:extLst>
                <a:ext uri="{FF2B5EF4-FFF2-40B4-BE49-F238E27FC236}">
                  <a16:creationId xmlns:a16="http://schemas.microsoft.com/office/drawing/2014/main" id="{B20E963F-6D9C-73D1-F9AC-38B5625C7BC4}"/>
                </a:ext>
              </a:extLst>
            </p:cNvPr>
            <p:cNvSpPr/>
            <p:nvPr/>
          </p:nvSpPr>
          <p:spPr>
            <a:xfrm>
              <a:off x="4332593" y="3911759"/>
              <a:ext cx="2173483" cy="38317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b="1" dirty="0">
                  <a:latin typeface="맑은 고딕" panose="020B0503020000020004" pitchFamily="50" charset="-127"/>
                  <a:ea typeface="맑은 고딕" panose="020B0503020000020004" pitchFamily="50" charset="-127"/>
                  <a:cs typeface="Malgun Gothic Semilight" panose="020B0502040204020203" pitchFamily="50" charset="-127"/>
                </a:rPr>
                <a:t>AI</a:t>
              </a:r>
              <a:r>
                <a:rPr lang="ko-KR" altLang="en-US" sz="1600" b="1" dirty="0">
                  <a:latin typeface="맑은 고딕" panose="020B0503020000020004" pitchFamily="50" charset="-127"/>
                  <a:ea typeface="맑은 고딕" panose="020B0503020000020004" pitchFamily="50" charset="-127"/>
                  <a:cs typeface="Malgun Gothic Semilight" panose="020B0502040204020203" pitchFamily="50" charset="-127"/>
                </a:rPr>
                <a:t>의 적극 활용</a:t>
              </a:r>
            </a:p>
          </p:txBody>
        </p:sp>
        <p:sp>
          <p:nvSpPr>
            <p:cNvPr id="99" name="TextBox 98">
              <a:extLst>
                <a:ext uri="{FF2B5EF4-FFF2-40B4-BE49-F238E27FC236}">
                  <a16:creationId xmlns:a16="http://schemas.microsoft.com/office/drawing/2014/main" id="{F4691DB1-EAF3-5830-534E-8F137AADF383}"/>
                </a:ext>
              </a:extLst>
            </p:cNvPr>
            <p:cNvSpPr txBox="1"/>
            <p:nvPr/>
          </p:nvSpPr>
          <p:spPr>
            <a:xfrm>
              <a:off x="4125650" y="2807331"/>
              <a:ext cx="2534010" cy="830997"/>
            </a:xfrm>
            <a:prstGeom prst="rect">
              <a:avLst/>
            </a:prstGeom>
            <a:noFill/>
          </p:spPr>
          <p:txBody>
            <a:bodyPr wrap="square">
              <a:spAutoFit/>
            </a:bodyPr>
            <a:lstStyle/>
            <a:p>
              <a:pPr algn="ctr"/>
              <a:r>
                <a:rPr lang="en-US" altLang="ko-KR" sz="1600" dirty="0">
                  <a:latin typeface="맑은 고딕" panose="020B0503020000020004" pitchFamily="50" charset="-127"/>
                  <a:ea typeface="맑은 고딕" panose="020B0503020000020004" pitchFamily="50" charset="-127"/>
                  <a:cs typeface="Malgun Gothic Semilight" panose="020B0502040204020203" pitchFamily="50" charset="-127"/>
                </a:rPr>
                <a:t>The</a:t>
              </a:r>
              <a:r>
                <a:rPr lang="ko-KR" altLang="en-US" sz="1600" dirty="0">
                  <a:latin typeface="맑은 고딕" panose="020B0503020000020004" pitchFamily="50" charset="-127"/>
                  <a:ea typeface="맑은 고딕" panose="020B0503020000020004" pitchFamily="50" charset="-127"/>
                  <a:cs typeface="Malgun Gothic Semilight" panose="020B0502040204020203" pitchFamily="50" charset="-127"/>
                </a:rPr>
                <a:t> </a:t>
              </a:r>
              <a:endParaRPr lang="en-US" altLang="ko-KR" sz="16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gn="ctr"/>
              <a:r>
                <a:rPr lang="en-US" altLang="ko-KR" sz="1600" dirty="0">
                  <a:latin typeface="맑은 고딕" panose="020B0503020000020004" pitchFamily="50" charset="-127"/>
                  <a:ea typeface="맑은 고딕" panose="020B0503020000020004" pitchFamily="50" charset="-127"/>
                  <a:cs typeface="Malgun Gothic Semilight" panose="020B0502040204020203" pitchFamily="50" charset="-127"/>
                </a:rPr>
                <a:t>science</a:t>
              </a:r>
              <a:r>
                <a:rPr lang="ko-KR" altLang="en-US" sz="1600" dirty="0">
                  <a:latin typeface="맑은 고딕" panose="020B0503020000020004" pitchFamily="50" charset="-127"/>
                  <a:ea typeface="맑은 고딕" panose="020B0503020000020004" pitchFamily="50" charset="-127"/>
                  <a:cs typeface="Malgun Gothic Semilight" panose="020B0502040204020203" pitchFamily="50" charset="-127"/>
                </a:rPr>
                <a:t> </a:t>
              </a:r>
              <a:endParaRPr lang="en-US" altLang="ko-KR" sz="1600" dirty="0">
                <a:latin typeface="맑은 고딕" panose="020B0503020000020004" pitchFamily="50" charset="-127"/>
                <a:ea typeface="맑은 고딕" panose="020B0503020000020004" pitchFamily="50" charset="-127"/>
                <a:cs typeface="Malgun Gothic Semilight" panose="020B0502040204020203" pitchFamily="50" charset="-127"/>
              </a:endParaRPr>
            </a:p>
            <a:p>
              <a:pPr algn="ctr"/>
              <a:r>
                <a:rPr lang="en-US" altLang="ko-KR" sz="1600" dirty="0">
                  <a:latin typeface="맑은 고딕" panose="020B0503020000020004" pitchFamily="50" charset="-127"/>
                  <a:ea typeface="맑은 고딕" panose="020B0503020000020004" pitchFamily="50" charset="-127"/>
                  <a:cs typeface="Malgun Gothic Semilight" panose="020B0502040204020203" pitchFamily="50" charset="-127"/>
                </a:rPr>
                <a:t>of</a:t>
              </a:r>
              <a:r>
                <a:rPr lang="ko-KR" altLang="en-US" sz="1600" dirty="0">
                  <a:latin typeface="맑은 고딕" panose="020B0503020000020004" pitchFamily="50" charset="-127"/>
                  <a:ea typeface="맑은 고딕" panose="020B0503020000020004" pitchFamily="50" charset="-127"/>
                  <a:cs typeface="Malgun Gothic Semilight" panose="020B0502040204020203" pitchFamily="50" charset="-127"/>
                </a:rPr>
                <a:t> </a:t>
              </a:r>
              <a:r>
                <a:rPr lang="en-US" altLang="ko-KR" sz="1600" dirty="0">
                  <a:latin typeface="맑은 고딕" panose="020B0503020000020004" pitchFamily="50" charset="-127"/>
                  <a:ea typeface="맑은 고딕" panose="020B0503020000020004" pitchFamily="50" charset="-127"/>
                  <a:cs typeface="Malgun Gothic Semilight" panose="020B0502040204020203" pitchFamily="50" charset="-127"/>
                </a:rPr>
                <a:t>beauty</a:t>
              </a:r>
              <a:endParaRPr lang="ko-KR" altLang="en-US" sz="1600" dirty="0">
                <a:latin typeface="맑은 고딕" panose="020B0503020000020004" pitchFamily="50" charset="-127"/>
                <a:ea typeface="맑은 고딕" panose="020B0503020000020004" pitchFamily="50" charset="-127"/>
                <a:cs typeface="Malgun Gothic Semilight" panose="020B0502040204020203" pitchFamily="50" charset="-127"/>
              </a:endParaRPr>
            </a:p>
          </p:txBody>
        </p:sp>
        <p:sp>
          <p:nvSpPr>
            <p:cNvPr id="100" name="이등변 삼각형 99">
              <a:extLst>
                <a:ext uri="{FF2B5EF4-FFF2-40B4-BE49-F238E27FC236}">
                  <a16:creationId xmlns:a16="http://schemas.microsoft.com/office/drawing/2014/main" id="{79237F2D-F9F8-817A-2162-61865E7338C1}"/>
                </a:ext>
              </a:extLst>
            </p:cNvPr>
            <p:cNvSpPr/>
            <p:nvPr/>
          </p:nvSpPr>
          <p:spPr>
            <a:xfrm>
              <a:off x="6510793" y="3817494"/>
              <a:ext cx="684000" cy="504000"/>
            </a:xfrm>
            <a:prstGeom prst="triangle">
              <a:avLst/>
            </a:prstGeom>
            <a:solidFill>
              <a:schemeClr val="bg1">
                <a:lumMod val="8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맑은 고딕" panose="020B0503020000020004" pitchFamily="50" charset="-127"/>
                <a:ea typeface="맑은 고딕" panose="020B0503020000020004" pitchFamily="50" charset="-127"/>
              </a:endParaRPr>
            </a:p>
          </p:txBody>
        </p:sp>
        <p:sp>
          <p:nvSpPr>
            <p:cNvPr id="101" name="이등변 삼각형 100">
              <a:extLst>
                <a:ext uri="{FF2B5EF4-FFF2-40B4-BE49-F238E27FC236}">
                  <a16:creationId xmlns:a16="http://schemas.microsoft.com/office/drawing/2014/main" id="{F2585BD0-6725-4A0A-678C-EC7E6B1FBD41}"/>
                </a:ext>
              </a:extLst>
            </p:cNvPr>
            <p:cNvSpPr/>
            <p:nvPr/>
          </p:nvSpPr>
          <p:spPr>
            <a:xfrm>
              <a:off x="5014700" y="1627970"/>
              <a:ext cx="684000" cy="504000"/>
            </a:xfrm>
            <a:prstGeom prst="triangle">
              <a:avLst/>
            </a:prstGeom>
            <a:solidFill>
              <a:schemeClr val="bg1">
                <a:lumMod val="8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맑은 고딕" panose="020B0503020000020004" pitchFamily="50" charset="-127"/>
                <a:ea typeface="맑은 고딕" panose="020B0503020000020004" pitchFamily="50" charset="-127"/>
              </a:endParaRPr>
            </a:p>
          </p:txBody>
        </p:sp>
      </p:grpSp>
    </p:spTree>
    <p:extLst>
      <p:ext uri="{BB962C8B-B14F-4D97-AF65-F5344CB8AC3E}">
        <p14:creationId xmlns:p14="http://schemas.microsoft.com/office/powerpoint/2010/main" val="3136824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C5B0-E634-67D9-312E-62E068EB9FFE}"/>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72F4E113-69EB-B902-C323-EC511190B5B5}"/>
              </a:ext>
            </a:extLst>
          </p:cNvPr>
          <p:cNvCxnSpPr/>
          <p:nvPr/>
        </p:nvCxnSpPr>
        <p:spPr>
          <a:xfrm>
            <a:off x="347134" y="745066"/>
            <a:ext cx="11362266" cy="0"/>
          </a:xfrm>
          <a:prstGeom prst="line">
            <a:avLst/>
          </a:prstGeom>
        </p:spPr>
        <p:style>
          <a:lnRef idx="1">
            <a:schemeClr val="dk1"/>
          </a:lnRef>
          <a:fillRef idx="0">
            <a:schemeClr val="dk1"/>
          </a:fillRef>
          <a:effectRef idx="0">
            <a:schemeClr val="dk1"/>
          </a:effectRef>
          <a:fontRef idx="minor">
            <a:schemeClr val="tx1"/>
          </a:fontRef>
        </p:style>
      </p:cxnSp>
      <p:sp>
        <p:nvSpPr>
          <p:cNvPr id="2" name="Rectangle 51">
            <a:extLst>
              <a:ext uri="{FF2B5EF4-FFF2-40B4-BE49-F238E27FC236}">
                <a16:creationId xmlns:a16="http://schemas.microsoft.com/office/drawing/2014/main" id="{568F033F-C6AF-D6A7-3341-3E64C7747468}"/>
              </a:ext>
            </a:extLst>
          </p:cNvPr>
          <p:cNvSpPr>
            <a:spLocks noChangeArrowheads="1"/>
          </p:cNvSpPr>
          <p:nvPr/>
        </p:nvSpPr>
        <p:spPr bwMode="auto">
          <a:xfrm>
            <a:off x="10315094" y="397263"/>
            <a:ext cx="1409700" cy="323850"/>
          </a:xfrm>
          <a:prstGeom prst="rect">
            <a:avLst/>
          </a:prstGeom>
          <a:noFill/>
          <a:ln w="9525" algn="ctr">
            <a:noFill/>
            <a:miter lim="800000"/>
            <a:headEnd/>
            <a:tailEnd/>
          </a:ln>
        </p:spPr>
        <p:txBody>
          <a:bodyPr wrap="none" lIns="72000" tIns="36000" rIns="72000" bIns="36000" anchor="ctr"/>
          <a:lstStyle/>
          <a:p>
            <a:pPr algn="r">
              <a:spcBef>
                <a:spcPts val="600"/>
              </a:spcBef>
            </a:pPr>
            <a:r>
              <a:rPr lang="en-US" altLang="ko-KR" sz="1200" spc="-150">
                <a:latin typeface="맑은 고딕" panose="020B0503020000020004" pitchFamily="50" charset="-127"/>
                <a:ea typeface="맑은 고딕" panose="020B0503020000020004" pitchFamily="50" charset="-127"/>
              </a:rPr>
              <a:t>DF Lab.</a:t>
            </a:r>
            <a:endParaRPr lang="ko-KR" altLang="ko-KR" sz="1200" spc="-150">
              <a:latin typeface="맑은 고딕" panose="020B0503020000020004" pitchFamily="50" charset="-127"/>
              <a:ea typeface="맑은 고딕" panose="020B0503020000020004" pitchFamily="50" charset="-127"/>
            </a:endParaRPr>
          </a:p>
        </p:txBody>
      </p:sp>
      <p:sp>
        <p:nvSpPr>
          <p:cNvPr id="29" name="TextBox 28">
            <a:extLst>
              <a:ext uri="{FF2B5EF4-FFF2-40B4-BE49-F238E27FC236}">
                <a16:creationId xmlns:a16="http://schemas.microsoft.com/office/drawing/2014/main" id="{66B1873E-B89A-A7F5-8165-565072FD0B68}"/>
              </a:ext>
            </a:extLst>
          </p:cNvPr>
          <p:cNvSpPr txBox="1"/>
          <p:nvPr/>
        </p:nvSpPr>
        <p:spPr>
          <a:xfrm>
            <a:off x="399560" y="254430"/>
            <a:ext cx="6782290" cy="400110"/>
          </a:xfrm>
          <a:prstGeom prst="rect">
            <a:avLst/>
          </a:prstGeom>
          <a:noFill/>
        </p:spPr>
        <p:txBody>
          <a:bodyPr wrap="square" rtlCol="0">
            <a:spAutoFit/>
          </a:bodyPr>
          <a:lstStyle/>
          <a:p>
            <a:pPr lvl="0" fontAlgn="ctr">
              <a:defRPr/>
            </a:pPr>
            <a:r>
              <a:rPr kumimoji="1" lang="en-US" altLang="ko-KR" sz="2000" b="1" spc="-110" dirty="0">
                <a:ln>
                  <a:solidFill>
                    <a:srgbClr val="4F81BD">
                      <a:alpha val="0"/>
                    </a:srgbClr>
                  </a:solidFill>
                </a:ln>
                <a:latin typeface="+mn-ea"/>
                <a:cs typeface="Arial" charset="0"/>
              </a:rPr>
              <a:t>Ⅰ</a:t>
            </a:r>
            <a:r>
              <a:rPr kumimoji="1" lang="en-US" altLang="ko-KR" sz="2000" b="1" spc="-110" dirty="0">
                <a:ln>
                  <a:solidFill>
                    <a:srgbClr val="4F81BD">
                      <a:alpha val="0"/>
                    </a:srgbClr>
                  </a:solidFill>
                </a:ln>
                <a:latin typeface="+mn-ea"/>
                <a:cs typeface="Arial" charset="0"/>
                <a:sym typeface="Calibri"/>
              </a:rPr>
              <a:t>. 25</a:t>
            </a:r>
            <a:r>
              <a:rPr kumimoji="1" lang="ko-KR" altLang="en-US" sz="2000" b="1" spc="-110" dirty="0">
                <a:ln>
                  <a:solidFill>
                    <a:srgbClr val="4F81BD">
                      <a:alpha val="0"/>
                    </a:srgbClr>
                  </a:solidFill>
                </a:ln>
                <a:latin typeface="+mn-ea"/>
                <a:cs typeface="Arial" charset="0"/>
                <a:sym typeface="Calibri"/>
              </a:rPr>
              <a:t>년 실적 </a:t>
            </a:r>
            <a:r>
              <a:rPr kumimoji="1" lang="en-US" altLang="ko-KR" sz="2000" b="1" spc="-110" dirty="0">
                <a:ln>
                  <a:solidFill>
                    <a:srgbClr val="4F81BD">
                      <a:alpha val="0"/>
                    </a:srgbClr>
                  </a:solidFill>
                </a:ln>
                <a:latin typeface="+mn-ea"/>
                <a:cs typeface="Arial" charset="0"/>
                <a:sym typeface="Calibri"/>
              </a:rPr>
              <a:t>:</a:t>
            </a:r>
            <a:r>
              <a:rPr kumimoji="1" lang="ko-KR" altLang="en-US" sz="2000" b="1" spc="-110" dirty="0">
                <a:ln>
                  <a:solidFill>
                    <a:srgbClr val="4F81BD">
                      <a:alpha val="0"/>
                    </a:srgbClr>
                  </a:solidFill>
                </a:ln>
                <a:latin typeface="+mn-ea"/>
                <a:cs typeface="Arial" charset="0"/>
                <a:sym typeface="Calibri"/>
              </a:rPr>
              <a:t> 생산용 초기 투입량 추천 시스템 구축</a:t>
            </a:r>
            <a:endParaRPr kumimoji="1" lang="en-US" altLang="ko-KR" sz="2000" b="1" i="0" u="none" strike="noStrike" kern="1200" spc="-110" baseline="0" dirty="0">
              <a:ln>
                <a:solidFill>
                  <a:srgbClr val="4F81BD">
                    <a:alpha val="0"/>
                  </a:srgbClr>
                </a:solidFill>
              </a:ln>
              <a:latin typeface="맑은 고딕" panose="020B0503020000020004" pitchFamily="50" charset="-127"/>
              <a:ea typeface="맑은 고딕" panose="020B0503020000020004" pitchFamily="50" charset="-127"/>
              <a:cs typeface="Arial" charset="0"/>
            </a:endParaRPr>
          </a:p>
        </p:txBody>
      </p:sp>
      <p:grpSp>
        <p:nvGrpSpPr>
          <p:cNvPr id="5" name="그룹 4">
            <a:extLst>
              <a:ext uri="{FF2B5EF4-FFF2-40B4-BE49-F238E27FC236}">
                <a16:creationId xmlns:a16="http://schemas.microsoft.com/office/drawing/2014/main" id="{79FF6378-F89E-E8D0-AA1B-2F70CCA36E02}"/>
              </a:ext>
            </a:extLst>
          </p:cNvPr>
          <p:cNvGrpSpPr/>
          <p:nvPr/>
        </p:nvGrpSpPr>
        <p:grpSpPr>
          <a:xfrm>
            <a:off x="605302" y="953078"/>
            <a:ext cx="6349975" cy="364843"/>
            <a:chOff x="605302" y="953078"/>
            <a:chExt cx="6349975" cy="364843"/>
          </a:xfrm>
        </p:grpSpPr>
        <p:pic>
          <p:nvPicPr>
            <p:cNvPr id="8" name="그림 7">
              <a:extLst>
                <a:ext uri="{FF2B5EF4-FFF2-40B4-BE49-F238E27FC236}">
                  <a16:creationId xmlns:a16="http://schemas.microsoft.com/office/drawing/2014/main" id="{B8B5EE5F-E256-76A2-4BAF-03E60BC62B90}"/>
                </a:ext>
              </a:extLst>
            </p:cNvPr>
            <p:cNvPicPr>
              <a:picLocks noChangeAspect="1"/>
            </p:cNvPicPr>
            <p:nvPr/>
          </p:nvPicPr>
          <p:blipFill>
            <a:blip r:embed="rId3"/>
            <a:stretch>
              <a:fillRect/>
            </a:stretch>
          </p:blipFill>
          <p:spPr>
            <a:xfrm>
              <a:off x="605302" y="953078"/>
              <a:ext cx="360000" cy="360000"/>
            </a:xfrm>
            <a:prstGeom prst="rect">
              <a:avLst/>
            </a:prstGeom>
          </p:spPr>
        </p:pic>
        <p:sp>
          <p:nvSpPr>
            <p:cNvPr id="21" name="텍스트 개체 틀 1">
              <a:extLst>
                <a:ext uri="{FF2B5EF4-FFF2-40B4-BE49-F238E27FC236}">
                  <a16:creationId xmlns:a16="http://schemas.microsoft.com/office/drawing/2014/main" id="{869B0F15-40AD-8438-FB86-B5DCA044558E}"/>
                </a:ext>
              </a:extLst>
            </p:cNvPr>
            <p:cNvSpPr txBox="1">
              <a:spLocks/>
            </p:cNvSpPr>
            <p:nvPr/>
          </p:nvSpPr>
          <p:spPr>
            <a:xfrm>
              <a:off x="785302" y="953078"/>
              <a:ext cx="6169975" cy="364843"/>
            </a:xfrm>
            <a:prstGeom prst="rect">
              <a:avLst/>
            </a:prstGeom>
            <a:noFill/>
          </p:spPr>
          <p:txBody>
            <a:bodyPr/>
            <a:lstStyle>
              <a:lvl1pPr marL="0" indent="0" algn="l" defTabSz="457200" rtl="0" eaLnBrk="1" latinLnBrk="1" hangingPunct="1">
                <a:spcBef>
                  <a:spcPct val="20000"/>
                </a:spcBef>
                <a:buFont typeface="Arial" pitchFamily="34" charset="0"/>
                <a:buNone/>
                <a:defRPr sz="1300" kern="1200">
                  <a:solidFill>
                    <a:schemeClr val="tx1"/>
                  </a:solidFill>
                  <a:latin typeface="+mn-lt"/>
                  <a:ea typeface="+mn-ea"/>
                  <a:cs typeface="+mn-cs"/>
                </a:defRPr>
              </a:lvl1pPr>
              <a:lvl2pPr marL="371475" indent="-142875" algn="l" defTabSz="457200" rtl="0" eaLnBrk="1" latinLnBrk="1"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1"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9pPr>
            </a:lstStyle>
            <a:p>
              <a:r>
                <a:rPr lang="ko-KR" altLang="en-US" sz="1600" b="1" dirty="0">
                  <a:latin typeface="맑은 고딕" panose="020B0503020000020004" pitchFamily="50" charset="-127"/>
                  <a:ea typeface="맑은 고딕" panose="020B0503020000020004" pitchFamily="50" charset="-127"/>
                </a:rPr>
                <a:t>   개발 배경</a:t>
              </a:r>
              <a:endParaRPr lang="en-US" altLang="ko-KR" sz="1400" dirty="0">
                <a:latin typeface="맑은 고딕" panose="020B0503020000020004" pitchFamily="50" charset="-127"/>
                <a:ea typeface="맑은 고딕" panose="020B0503020000020004" pitchFamily="50" charset="-127"/>
              </a:endParaRPr>
            </a:p>
          </p:txBody>
        </p:sp>
      </p:grpSp>
      <p:sp>
        <p:nvSpPr>
          <p:cNvPr id="30" name="TextBox 29">
            <a:extLst>
              <a:ext uri="{FF2B5EF4-FFF2-40B4-BE49-F238E27FC236}">
                <a16:creationId xmlns:a16="http://schemas.microsoft.com/office/drawing/2014/main" id="{DBC979FD-72FF-C845-0472-BF0EB627CD06}"/>
              </a:ext>
            </a:extLst>
          </p:cNvPr>
          <p:cNvSpPr txBox="1"/>
          <p:nvPr/>
        </p:nvSpPr>
        <p:spPr>
          <a:xfrm>
            <a:off x="2708692" y="5703461"/>
            <a:ext cx="6728604" cy="496546"/>
          </a:xfrm>
          <a:prstGeom prst="rect">
            <a:avLst/>
          </a:prstGeom>
          <a:noFill/>
        </p:spPr>
        <p:txBody>
          <a:bodyPr wrap="square">
            <a:spAutoFit/>
          </a:bodyPr>
          <a:lstStyle/>
          <a:p>
            <a:pPr marR="0" algn="ctr" defTabSz="584200" rtl="0" fontAlgn="auto" latinLnBrk="0" hangingPunct="0">
              <a:lnSpc>
                <a:spcPct val="150000"/>
              </a:lnSpc>
              <a:spcBef>
                <a:spcPts val="0"/>
              </a:spcBef>
              <a:spcAft>
                <a:spcPts val="0"/>
              </a:spcAft>
              <a:buClrTx/>
              <a:buSzTx/>
              <a:tabLst/>
            </a:pPr>
            <a:r>
              <a:rPr lang="en-US" altLang="ko-KR" sz="2000" b="1" dirty="0">
                <a:solidFill>
                  <a:srgbClr val="0070C0"/>
                </a:solidFill>
                <a:latin typeface="+mn-ea"/>
                <a:sym typeface="Wingdings" panose="05000000000000000000" pitchFamily="2" charset="2"/>
              </a:rPr>
              <a:t> </a:t>
            </a:r>
            <a:r>
              <a:rPr lang="ko-KR" altLang="en-US" sz="2000" b="1" dirty="0">
                <a:solidFill>
                  <a:srgbClr val="0070C0"/>
                </a:solidFill>
                <a:latin typeface="+mn-ea"/>
              </a:rPr>
              <a:t>생산 시간</a:t>
            </a:r>
            <a:r>
              <a:rPr lang="en-US" altLang="ko-KR" sz="2000" b="1" dirty="0">
                <a:solidFill>
                  <a:srgbClr val="0070C0"/>
                </a:solidFill>
                <a:latin typeface="+mn-ea"/>
              </a:rPr>
              <a:t>, </a:t>
            </a:r>
            <a:r>
              <a:rPr lang="ko-KR" altLang="en-US" sz="2000" b="1" dirty="0">
                <a:solidFill>
                  <a:srgbClr val="0070C0"/>
                </a:solidFill>
                <a:latin typeface="+mn-ea"/>
              </a:rPr>
              <a:t>원료 사용량</a:t>
            </a:r>
            <a:r>
              <a:rPr lang="en-US" altLang="ko-KR" sz="2000" b="1" dirty="0">
                <a:solidFill>
                  <a:srgbClr val="0070C0"/>
                </a:solidFill>
                <a:latin typeface="+mn-ea"/>
              </a:rPr>
              <a:t>, </a:t>
            </a:r>
            <a:r>
              <a:rPr lang="ko-KR" altLang="en-US" sz="2000" b="1" dirty="0">
                <a:solidFill>
                  <a:srgbClr val="0070C0"/>
                </a:solidFill>
                <a:latin typeface="+mn-ea"/>
              </a:rPr>
              <a:t>색상 품질 편차 개선 필요</a:t>
            </a:r>
            <a:endParaRPr lang="en-US" altLang="ko-KR" sz="2000" b="1" dirty="0">
              <a:solidFill>
                <a:srgbClr val="0070C0"/>
              </a:solidFill>
              <a:latin typeface="+mn-ea"/>
            </a:endParaRPr>
          </a:p>
        </p:txBody>
      </p:sp>
      <p:cxnSp>
        <p:nvCxnSpPr>
          <p:cNvPr id="33" name="직선 연결선[R] 32">
            <a:extLst>
              <a:ext uri="{FF2B5EF4-FFF2-40B4-BE49-F238E27FC236}">
                <a16:creationId xmlns:a16="http://schemas.microsoft.com/office/drawing/2014/main" id="{B06EE32A-E88B-99CE-7C99-ED3693A72829}"/>
              </a:ext>
            </a:extLst>
          </p:cNvPr>
          <p:cNvCxnSpPr/>
          <p:nvPr/>
        </p:nvCxnSpPr>
        <p:spPr>
          <a:xfrm>
            <a:off x="6096000" y="1912434"/>
            <a:ext cx="0" cy="295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2" descr="680B1F5D-1F6B-4C26-AEDE-681FB0667189.png">
            <a:extLst>
              <a:ext uri="{FF2B5EF4-FFF2-40B4-BE49-F238E27FC236}">
                <a16:creationId xmlns:a16="http://schemas.microsoft.com/office/drawing/2014/main" id="{7AE7A7D8-18A4-CE20-905C-4B1439304120}"/>
              </a:ext>
            </a:extLst>
          </p:cNvPr>
          <p:cNvPicPr>
            <a:picLocks noChangeAspect="1"/>
          </p:cNvPicPr>
          <p:nvPr/>
        </p:nvPicPr>
        <p:blipFill>
          <a:blip r:embed="rId4">
            <a:clrChange>
              <a:clrFrom>
                <a:srgbClr val="FDFBFA"/>
              </a:clrFrom>
              <a:clrTo>
                <a:srgbClr val="FDFBFA">
                  <a:alpha val="0"/>
                </a:srgbClr>
              </a:clrTo>
            </a:clrChange>
            <a:biLevel thresh="75000"/>
          </a:blip>
          <a:srcRect l="70256" t="44835" b="34694"/>
          <a:stretch/>
        </p:blipFill>
        <p:spPr>
          <a:xfrm>
            <a:off x="704715" y="4307541"/>
            <a:ext cx="800505" cy="550951"/>
          </a:xfrm>
          <a:prstGeom prst="rect">
            <a:avLst/>
          </a:prstGeom>
        </p:spPr>
      </p:pic>
      <p:grpSp>
        <p:nvGrpSpPr>
          <p:cNvPr id="22" name="그룹 21">
            <a:extLst>
              <a:ext uri="{FF2B5EF4-FFF2-40B4-BE49-F238E27FC236}">
                <a16:creationId xmlns:a16="http://schemas.microsoft.com/office/drawing/2014/main" id="{7E58CE91-A1D4-0919-8912-2B556A933D44}"/>
              </a:ext>
            </a:extLst>
          </p:cNvPr>
          <p:cNvGrpSpPr/>
          <p:nvPr/>
        </p:nvGrpSpPr>
        <p:grpSpPr>
          <a:xfrm>
            <a:off x="771781" y="2184352"/>
            <a:ext cx="688826" cy="741433"/>
            <a:chOff x="5667165" y="3238797"/>
            <a:chExt cx="914400" cy="971700"/>
          </a:xfrm>
        </p:grpSpPr>
        <p:pic>
          <p:nvPicPr>
            <p:cNvPr id="7" name="Picture 2" descr="680B1F5D-1F6B-4C26-AEDE-681FB0667189.png">
              <a:extLst>
                <a:ext uri="{FF2B5EF4-FFF2-40B4-BE49-F238E27FC236}">
                  <a16:creationId xmlns:a16="http://schemas.microsoft.com/office/drawing/2014/main" id="{94E00F6E-4E7B-4853-A4A3-76E243C90245}"/>
                </a:ext>
              </a:extLst>
            </p:cNvPr>
            <p:cNvPicPr>
              <a:picLocks noChangeAspect="1"/>
            </p:cNvPicPr>
            <p:nvPr/>
          </p:nvPicPr>
          <p:blipFill>
            <a:blip r:embed="rId4">
              <a:clrChange>
                <a:clrFrom>
                  <a:srgbClr val="FDFBFA"/>
                </a:clrFrom>
                <a:clrTo>
                  <a:srgbClr val="FDFBFA">
                    <a:alpha val="0"/>
                  </a:srgbClr>
                </a:clrTo>
              </a:clrChange>
            </a:blip>
            <a:srcRect t="30569" r="79069" b="39619"/>
            <a:stretch>
              <a:fillRect/>
            </a:stretch>
          </p:blipFill>
          <p:spPr>
            <a:xfrm>
              <a:off x="5859902" y="3238797"/>
              <a:ext cx="669883" cy="954107"/>
            </a:xfrm>
            <a:prstGeom prst="rect">
              <a:avLst/>
            </a:prstGeom>
          </p:spPr>
        </p:pic>
        <p:pic>
          <p:nvPicPr>
            <p:cNvPr id="10" name="그림 9">
              <a:extLst>
                <a:ext uri="{FF2B5EF4-FFF2-40B4-BE49-F238E27FC236}">
                  <a16:creationId xmlns:a16="http://schemas.microsoft.com/office/drawing/2014/main" id="{D8208458-F265-4E3A-CB9B-45947E3A72B7}"/>
                </a:ext>
              </a:extLst>
            </p:cNvPr>
            <p:cNvPicPr>
              <a:picLocks noChangeAspect="1"/>
            </p:cNvPicPr>
            <p:nvPr/>
          </p:nvPicPr>
          <p:blipFill>
            <a:blip r:embed="rId5"/>
            <a:srcRect t="1" r="4819" b="9999"/>
            <a:stretch>
              <a:fillRect/>
            </a:stretch>
          </p:blipFill>
          <p:spPr>
            <a:xfrm>
              <a:off x="5802752" y="3654425"/>
              <a:ext cx="102748" cy="85725"/>
            </a:xfrm>
            <a:prstGeom prst="rect">
              <a:avLst/>
            </a:prstGeom>
          </p:spPr>
        </p:pic>
        <p:cxnSp>
          <p:nvCxnSpPr>
            <p:cNvPr id="12" name="직선 연결선[R] 11">
              <a:extLst>
                <a:ext uri="{FF2B5EF4-FFF2-40B4-BE49-F238E27FC236}">
                  <a16:creationId xmlns:a16="http://schemas.microsoft.com/office/drawing/2014/main" id="{6C1C216D-2F9B-1529-ECB2-B0164BC871AC}"/>
                </a:ext>
              </a:extLst>
            </p:cNvPr>
            <p:cNvCxnSpPr>
              <a:cxnSpLocks/>
            </p:cNvCxnSpPr>
            <p:nvPr/>
          </p:nvCxnSpPr>
          <p:spPr>
            <a:xfrm>
              <a:off x="5835906" y="3740150"/>
              <a:ext cx="0" cy="36195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호 18">
              <a:extLst>
                <a:ext uri="{FF2B5EF4-FFF2-40B4-BE49-F238E27FC236}">
                  <a16:creationId xmlns:a16="http://schemas.microsoft.com/office/drawing/2014/main" id="{B34D314D-C46B-11DE-34A1-1DEDA3322DB1}"/>
                </a:ext>
              </a:extLst>
            </p:cNvPr>
            <p:cNvSpPr/>
            <p:nvPr/>
          </p:nvSpPr>
          <p:spPr>
            <a:xfrm rot="10565946">
              <a:off x="5667165" y="3296097"/>
              <a:ext cx="914400" cy="914400"/>
            </a:xfrm>
            <a:prstGeom prst="arc">
              <a:avLst>
                <a:gd name="adj1" fmla="val 18352782"/>
                <a:gd name="adj2" fmla="val 19209862"/>
              </a:avLst>
            </a:prstGeom>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50000"/>
                </a:lnSpc>
              </a:pPr>
              <a:endParaRPr kumimoji="1" lang="ko-KR" altLang="en-US"/>
            </a:p>
          </p:txBody>
        </p:sp>
        <p:pic>
          <p:nvPicPr>
            <p:cNvPr id="20" name="그림 19">
              <a:extLst>
                <a:ext uri="{FF2B5EF4-FFF2-40B4-BE49-F238E27FC236}">
                  <a16:creationId xmlns:a16="http://schemas.microsoft.com/office/drawing/2014/main" id="{6393677E-760D-35B9-1B9B-EB2655C60728}"/>
                </a:ext>
              </a:extLst>
            </p:cNvPr>
            <p:cNvPicPr>
              <a:picLocks noChangeAspect="1"/>
            </p:cNvPicPr>
            <p:nvPr/>
          </p:nvPicPr>
          <p:blipFill>
            <a:blip r:embed="rId6"/>
            <a:stretch>
              <a:fillRect/>
            </a:stretch>
          </p:blipFill>
          <p:spPr>
            <a:xfrm>
              <a:off x="5742161" y="3438525"/>
              <a:ext cx="196850" cy="196850"/>
            </a:xfrm>
            <a:prstGeom prst="rect">
              <a:avLst/>
            </a:prstGeom>
          </p:spPr>
        </p:pic>
      </p:grpSp>
      <p:pic>
        <p:nvPicPr>
          <p:cNvPr id="23" name="Picture 2" descr="680B1F5D-1F6B-4C26-AEDE-681FB0667189.png">
            <a:extLst>
              <a:ext uri="{FF2B5EF4-FFF2-40B4-BE49-F238E27FC236}">
                <a16:creationId xmlns:a16="http://schemas.microsoft.com/office/drawing/2014/main" id="{297EB7A7-0B1A-7B9B-9874-A04AD22F52D2}"/>
              </a:ext>
            </a:extLst>
          </p:cNvPr>
          <p:cNvPicPr>
            <a:picLocks noChangeAspect="1"/>
          </p:cNvPicPr>
          <p:nvPr/>
        </p:nvPicPr>
        <p:blipFill>
          <a:blip r:embed="rId4">
            <a:clrChange>
              <a:clrFrom>
                <a:srgbClr val="FDFBFA"/>
              </a:clrFrom>
              <a:clrTo>
                <a:srgbClr val="FDFBFA">
                  <a:alpha val="0"/>
                </a:srgbClr>
              </a:clrTo>
            </a:clrChange>
            <a:grayscl/>
          </a:blip>
          <a:srcRect l="30801" t="30262" r="33631" b="39126"/>
          <a:stretch>
            <a:fillRect/>
          </a:stretch>
        </p:blipFill>
        <p:spPr>
          <a:xfrm>
            <a:off x="771781" y="3232240"/>
            <a:ext cx="770169" cy="662849"/>
          </a:xfrm>
          <a:prstGeom prst="rect">
            <a:avLst/>
          </a:prstGeom>
        </p:spPr>
      </p:pic>
      <p:sp>
        <p:nvSpPr>
          <p:cNvPr id="24" name="TextBox 23">
            <a:extLst>
              <a:ext uri="{FF2B5EF4-FFF2-40B4-BE49-F238E27FC236}">
                <a16:creationId xmlns:a16="http://schemas.microsoft.com/office/drawing/2014/main" id="{BC4A63CD-C598-2258-52E8-DDC5A75D0654}"/>
              </a:ext>
            </a:extLst>
          </p:cNvPr>
          <p:cNvSpPr txBox="1"/>
          <p:nvPr/>
        </p:nvSpPr>
        <p:spPr>
          <a:xfrm>
            <a:off x="1484009" y="2133161"/>
            <a:ext cx="3859287" cy="698525"/>
          </a:xfrm>
          <a:prstGeom prst="rect">
            <a:avLst/>
          </a:prstGeom>
          <a:noFill/>
        </p:spPr>
        <p:txBody>
          <a:bodyPr wrap="square">
            <a:spAutoFit/>
          </a:bodyPr>
          <a:lstStyle/>
          <a:p>
            <a:pPr marR="0" algn="l" defTabSz="584200" rtl="0" fontAlgn="auto" latinLnBrk="0" hangingPunct="0">
              <a:lnSpc>
                <a:spcPct val="150000"/>
              </a:lnSpc>
              <a:spcBef>
                <a:spcPts val="0"/>
              </a:spcBef>
              <a:spcAft>
                <a:spcPts val="0"/>
              </a:spcAft>
              <a:buClrTx/>
              <a:buSzTx/>
              <a:tabLst/>
            </a:pPr>
            <a:r>
              <a:rPr lang="en-US" altLang="ko-KR" sz="1400" dirty="0">
                <a:latin typeface="+mn-ea"/>
              </a:rPr>
              <a:t>- </a:t>
            </a:r>
            <a:r>
              <a:rPr lang="ko-KR" altLang="en-US" sz="1400" dirty="0">
                <a:latin typeface="+mn-ea"/>
              </a:rPr>
              <a:t>색소 원료 </a:t>
            </a:r>
            <a:r>
              <a:rPr lang="ko-KR" altLang="en-US" sz="1400" dirty="0" err="1">
                <a:latin typeface="+mn-ea"/>
              </a:rPr>
              <a:t>로트별</a:t>
            </a:r>
            <a:r>
              <a:rPr lang="ko-KR" altLang="en-US" sz="1400" dirty="0">
                <a:latin typeface="+mn-ea"/>
              </a:rPr>
              <a:t> 색상 차이 발생</a:t>
            </a:r>
            <a:endParaRPr lang="en-US" altLang="ko-KR" sz="1400" dirty="0">
              <a:latin typeface="+mn-ea"/>
            </a:endParaRPr>
          </a:p>
          <a:p>
            <a:pPr marR="0" algn="l" defTabSz="584200" rtl="0" fontAlgn="auto" latinLnBrk="0" hangingPunct="0">
              <a:lnSpc>
                <a:spcPct val="150000"/>
              </a:lnSpc>
              <a:spcBef>
                <a:spcPts val="0"/>
              </a:spcBef>
              <a:spcAft>
                <a:spcPts val="0"/>
              </a:spcAft>
              <a:buClrTx/>
              <a:buSzTx/>
              <a:tabLst/>
            </a:pPr>
            <a:r>
              <a:rPr lang="en-US" altLang="ko-KR" sz="1400" dirty="0">
                <a:latin typeface="+mn-ea"/>
                <a:sym typeface="Wingdings" panose="05000000000000000000" pitchFamily="2" charset="2"/>
              </a:rPr>
              <a:t>    </a:t>
            </a:r>
            <a:r>
              <a:rPr lang="ko-KR" altLang="en-US" sz="1400" dirty="0">
                <a:latin typeface="+mn-ea"/>
                <a:sym typeface="Wingdings" panose="05000000000000000000" pitchFamily="2" charset="2"/>
              </a:rPr>
              <a:t>같은 처방</a:t>
            </a:r>
            <a:r>
              <a:rPr lang="en-US" altLang="ko-KR" sz="1400" dirty="0">
                <a:latin typeface="+mn-ea"/>
                <a:sym typeface="Wingdings" panose="05000000000000000000" pitchFamily="2" charset="2"/>
              </a:rPr>
              <a:t>,</a:t>
            </a:r>
            <a:r>
              <a:rPr lang="ko-KR" altLang="en-US" sz="1400" dirty="0">
                <a:latin typeface="+mn-ea"/>
                <a:sym typeface="Wingdings" panose="05000000000000000000" pitchFamily="2" charset="2"/>
              </a:rPr>
              <a:t> </a:t>
            </a:r>
            <a:r>
              <a:rPr lang="ko-KR" altLang="en-US" sz="1400" dirty="0">
                <a:latin typeface="+mn-ea"/>
              </a:rPr>
              <a:t>동일 함량으로 생산 어려움</a:t>
            </a:r>
            <a:endParaRPr lang="en-US" altLang="ko-KR" sz="1400" dirty="0">
              <a:latin typeface="+mn-ea"/>
            </a:endParaRPr>
          </a:p>
        </p:txBody>
      </p:sp>
      <p:sp>
        <p:nvSpPr>
          <p:cNvPr id="25" name="TextBox 24">
            <a:extLst>
              <a:ext uri="{FF2B5EF4-FFF2-40B4-BE49-F238E27FC236}">
                <a16:creationId xmlns:a16="http://schemas.microsoft.com/office/drawing/2014/main" id="{5567D73E-7B1B-5F52-382B-30B38D0FD359}"/>
              </a:ext>
            </a:extLst>
          </p:cNvPr>
          <p:cNvSpPr txBox="1"/>
          <p:nvPr/>
        </p:nvSpPr>
        <p:spPr>
          <a:xfrm>
            <a:off x="1492197" y="3139343"/>
            <a:ext cx="4004771" cy="698525"/>
          </a:xfrm>
          <a:prstGeom prst="rect">
            <a:avLst/>
          </a:prstGeom>
          <a:noFill/>
        </p:spPr>
        <p:txBody>
          <a:bodyPr wrap="square">
            <a:spAutoFit/>
          </a:bodyPr>
          <a:lstStyle/>
          <a:p>
            <a:pPr marR="0" algn="l" defTabSz="584200" rtl="0" fontAlgn="auto" latinLnBrk="0" hangingPunct="0">
              <a:lnSpc>
                <a:spcPct val="150000"/>
              </a:lnSpc>
              <a:spcBef>
                <a:spcPts val="0"/>
              </a:spcBef>
              <a:spcAft>
                <a:spcPts val="0"/>
              </a:spcAft>
              <a:buClrTx/>
              <a:buSzTx/>
              <a:tabLst/>
            </a:pPr>
            <a:r>
              <a:rPr lang="en-US" altLang="ko-KR" sz="1400" dirty="0">
                <a:latin typeface="+mn-ea"/>
              </a:rPr>
              <a:t>- </a:t>
            </a:r>
            <a:r>
              <a:rPr lang="ko-KR" altLang="en-US" sz="1400" dirty="0">
                <a:latin typeface="+mn-ea"/>
              </a:rPr>
              <a:t>연구소 </a:t>
            </a:r>
            <a:r>
              <a:rPr lang="en-US" altLang="ko-KR" sz="1400" dirty="0">
                <a:latin typeface="+mn-ea"/>
              </a:rPr>
              <a:t>⟷ </a:t>
            </a:r>
            <a:r>
              <a:rPr lang="ko-KR" altLang="en-US" sz="1400" dirty="0">
                <a:latin typeface="+mn-ea"/>
              </a:rPr>
              <a:t>공장</a:t>
            </a:r>
            <a:endParaRPr lang="en-US" altLang="ko-KR" sz="1400" dirty="0">
              <a:latin typeface="+mn-ea"/>
            </a:endParaRPr>
          </a:p>
          <a:p>
            <a:pPr marR="0" algn="l" defTabSz="584200" rtl="0" fontAlgn="auto" latinLnBrk="0" hangingPunct="0">
              <a:lnSpc>
                <a:spcPct val="150000"/>
              </a:lnSpc>
              <a:spcBef>
                <a:spcPts val="0"/>
              </a:spcBef>
              <a:spcAft>
                <a:spcPts val="0"/>
              </a:spcAft>
              <a:buClrTx/>
              <a:buSzTx/>
              <a:tabLst/>
            </a:pPr>
            <a:r>
              <a:rPr lang="en-US" altLang="ko-KR" sz="1400" dirty="0">
                <a:latin typeface="+mn-ea"/>
                <a:sym typeface="Wingdings" panose="05000000000000000000" pitchFamily="2" charset="2"/>
              </a:rPr>
              <a:t>    </a:t>
            </a:r>
            <a:r>
              <a:rPr lang="ko-KR" altLang="en-US" sz="1400" dirty="0">
                <a:latin typeface="+mn-ea"/>
              </a:rPr>
              <a:t>생산 스케일 차이에 따른 색상 차이 발생</a:t>
            </a:r>
            <a:endParaRPr lang="en-US" altLang="ko-KR" sz="1400" dirty="0">
              <a:latin typeface="+mn-ea"/>
            </a:endParaRPr>
          </a:p>
        </p:txBody>
      </p:sp>
      <p:sp>
        <p:nvSpPr>
          <p:cNvPr id="26" name="TextBox 25">
            <a:extLst>
              <a:ext uri="{FF2B5EF4-FFF2-40B4-BE49-F238E27FC236}">
                <a16:creationId xmlns:a16="http://schemas.microsoft.com/office/drawing/2014/main" id="{A95039C7-8C4B-352E-FF6C-CCC2214920CA}"/>
              </a:ext>
            </a:extLst>
          </p:cNvPr>
          <p:cNvSpPr txBox="1"/>
          <p:nvPr/>
        </p:nvSpPr>
        <p:spPr>
          <a:xfrm>
            <a:off x="1476727" y="4190819"/>
            <a:ext cx="4218969" cy="698525"/>
          </a:xfrm>
          <a:prstGeom prst="rect">
            <a:avLst/>
          </a:prstGeom>
          <a:noFill/>
        </p:spPr>
        <p:txBody>
          <a:bodyPr wrap="square">
            <a:spAutoFit/>
          </a:bodyPr>
          <a:lstStyle/>
          <a:p>
            <a:pPr defTabSz="584200" latinLnBrk="0" hangingPunct="0">
              <a:lnSpc>
                <a:spcPct val="150000"/>
              </a:lnSpc>
            </a:pPr>
            <a:r>
              <a:rPr lang="en-US" altLang="ko-KR" sz="1400" dirty="0">
                <a:latin typeface="+mn-ea"/>
              </a:rPr>
              <a:t>- </a:t>
            </a:r>
            <a:r>
              <a:rPr lang="ko-KR" altLang="en-US" sz="1400" dirty="0">
                <a:latin typeface="+mn-ea"/>
              </a:rPr>
              <a:t>조색 과정 </a:t>
            </a:r>
            <a:r>
              <a:rPr lang="en-US" altLang="ko-KR" sz="1400" dirty="0">
                <a:latin typeface="+mn-ea"/>
              </a:rPr>
              <a:t>Trial &amp; Error </a:t>
            </a:r>
            <a:r>
              <a:rPr lang="ko-KR" altLang="en-US" sz="1400" dirty="0">
                <a:latin typeface="+mn-ea"/>
              </a:rPr>
              <a:t>반복 </a:t>
            </a:r>
            <a:endParaRPr lang="en-US" altLang="ko-KR" sz="1400" dirty="0">
              <a:latin typeface="+mn-ea"/>
            </a:endParaRPr>
          </a:p>
          <a:p>
            <a:pPr marR="0" algn="l" defTabSz="584200" rtl="0" fontAlgn="auto" latinLnBrk="0" hangingPunct="0">
              <a:lnSpc>
                <a:spcPct val="150000"/>
              </a:lnSpc>
              <a:spcBef>
                <a:spcPts val="0"/>
              </a:spcBef>
              <a:spcAft>
                <a:spcPts val="0"/>
              </a:spcAft>
              <a:buClrTx/>
              <a:buSzTx/>
              <a:tabLst/>
            </a:pPr>
            <a:r>
              <a:rPr lang="en-US" altLang="ko-KR" sz="1400" dirty="0">
                <a:latin typeface="+mn-ea"/>
                <a:sym typeface="Wingdings" panose="05000000000000000000" pitchFamily="2" charset="2"/>
              </a:rPr>
              <a:t>    </a:t>
            </a:r>
            <a:r>
              <a:rPr lang="ko-KR" altLang="en-US" sz="1400" dirty="0">
                <a:latin typeface="+mn-ea"/>
              </a:rPr>
              <a:t>제조자 경험 및 색상에 따른 제조 시간 비례 </a:t>
            </a:r>
            <a:endParaRPr lang="en-US" altLang="ko-KR" sz="1400" dirty="0">
              <a:latin typeface="+mn-ea"/>
            </a:endParaRPr>
          </a:p>
        </p:txBody>
      </p:sp>
      <p:sp>
        <p:nvSpPr>
          <p:cNvPr id="31" name="텍스트 개체 틀 1">
            <a:extLst>
              <a:ext uri="{FF2B5EF4-FFF2-40B4-BE49-F238E27FC236}">
                <a16:creationId xmlns:a16="http://schemas.microsoft.com/office/drawing/2014/main" id="{7360C212-FC1B-5277-5BAF-0F8BBAC4EDE3}"/>
              </a:ext>
            </a:extLst>
          </p:cNvPr>
          <p:cNvSpPr txBox="1">
            <a:spLocks/>
          </p:cNvSpPr>
          <p:nvPr/>
        </p:nvSpPr>
        <p:spPr>
          <a:xfrm>
            <a:off x="7515868" y="1545176"/>
            <a:ext cx="2411986" cy="364843"/>
          </a:xfrm>
          <a:prstGeom prst="rect">
            <a:avLst/>
          </a:prstGeom>
          <a:noFill/>
        </p:spPr>
        <p:txBody>
          <a:bodyPr anchor="ctr"/>
          <a:lstStyle>
            <a:lvl1pPr marL="0" indent="0" algn="l" defTabSz="457200" rtl="0" eaLnBrk="1" latinLnBrk="1" hangingPunct="1">
              <a:spcBef>
                <a:spcPct val="20000"/>
              </a:spcBef>
              <a:buFont typeface="Arial" pitchFamily="34" charset="0"/>
              <a:buNone/>
              <a:defRPr sz="1300" kern="1200">
                <a:solidFill>
                  <a:schemeClr val="tx1"/>
                </a:solidFill>
                <a:latin typeface="+mn-lt"/>
                <a:ea typeface="+mn-ea"/>
                <a:cs typeface="+mn-cs"/>
              </a:defRPr>
            </a:lvl1pPr>
            <a:lvl2pPr marL="371475" indent="-142875" algn="l" defTabSz="457200" rtl="0" eaLnBrk="1" latinLnBrk="1"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1"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9pPr>
          </a:lstStyle>
          <a:p>
            <a:pPr algn="ctr">
              <a:lnSpc>
                <a:spcPct val="150000"/>
              </a:lnSpc>
            </a:pPr>
            <a:r>
              <a:rPr lang="ko-KR" altLang="en-US" sz="1600" b="1" dirty="0">
                <a:latin typeface="맑은 고딕" panose="020B0503020000020004" pitchFamily="50" charset="-127"/>
                <a:ea typeface="맑은 고딕" panose="020B0503020000020004" pitchFamily="50" charset="-127"/>
              </a:rPr>
              <a:t>솔루션 제안</a:t>
            </a:r>
            <a:endParaRPr lang="en-US" altLang="ko-KR" sz="1400" dirty="0">
              <a:latin typeface="맑은 고딕" panose="020B0503020000020004" pitchFamily="50" charset="-127"/>
              <a:ea typeface="맑은 고딕" panose="020B0503020000020004" pitchFamily="50" charset="-127"/>
            </a:endParaRPr>
          </a:p>
        </p:txBody>
      </p:sp>
      <p:pic>
        <p:nvPicPr>
          <p:cNvPr id="34" name="그림 33">
            <a:extLst>
              <a:ext uri="{FF2B5EF4-FFF2-40B4-BE49-F238E27FC236}">
                <a16:creationId xmlns:a16="http://schemas.microsoft.com/office/drawing/2014/main" id="{7DC6FE4F-2DBC-8263-9CC8-8CCE6D59B92B}"/>
              </a:ext>
            </a:extLst>
          </p:cNvPr>
          <p:cNvPicPr>
            <a:picLocks noChangeAspect="1"/>
          </p:cNvPicPr>
          <p:nvPr/>
        </p:nvPicPr>
        <p:blipFill>
          <a:blip r:embed="rId7">
            <a:clrChange>
              <a:clrFrom>
                <a:srgbClr val="FDFCFA"/>
              </a:clrFrom>
              <a:clrTo>
                <a:srgbClr val="FDFCFA">
                  <a:alpha val="0"/>
                </a:srgbClr>
              </a:clrTo>
            </a:clrChange>
          </a:blip>
          <a:srcRect t="25400" r="64999" b="36150"/>
          <a:stretch>
            <a:fillRect/>
          </a:stretch>
        </p:blipFill>
        <p:spPr>
          <a:xfrm>
            <a:off x="6719149" y="3142427"/>
            <a:ext cx="755823" cy="830288"/>
          </a:xfrm>
          <a:prstGeom prst="rect">
            <a:avLst/>
          </a:prstGeom>
        </p:spPr>
      </p:pic>
      <p:pic>
        <p:nvPicPr>
          <p:cNvPr id="36" name="그림 35">
            <a:extLst>
              <a:ext uri="{FF2B5EF4-FFF2-40B4-BE49-F238E27FC236}">
                <a16:creationId xmlns:a16="http://schemas.microsoft.com/office/drawing/2014/main" id="{1B3B35AB-64E7-EE92-58AB-6D0C9AEDB497}"/>
              </a:ext>
            </a:extLst>
          </p:cNvPr>
          <p:cNvPicPr>
            <a:picLocks noChangeAspect="1"/>
          </p:cNvPicPr>
          <p:nvPr/>
        </p:nvPicPr>
        <p:blipFill>
          <a:blip r:embed="rId7">
            <a:clrChange>
              <a:clrFrom>
                <a:srgbClr val="FDFCFA"/>
              </a:clrFrom>
              <a:clrTo>
                <a:srgbClr val="FDFCFA">
                  <a:alpha val="0"/>
                </a:srgbClr>
              </a:clrTo>
            </a:clrChange>
          </a:blip>
          <a:srcRect l="35931" t="44634" r="37129" b="36150"/>
          <a:stretch/>
        </p:blipFill>
        <p:spPr>
          <a:xfrm>
            <a:off x="6686265" y="2235109"/>
            <a:ext cx="836419" cy="596577"/>
          </a:xfrm>
          <a:prstGeom prst="rect">
            <a:avLst/>
          </a:prstGeom>
        </p:spPr>
      </p:pic>
      <p:pic>
        <p:nvPicPr>
          <p:cNvPr id="37" name="그림 36">
            <a:extLst>
              <a:ext uri="{FF2B5EF4-FFF2-40B4-BE49-F238E27FC236}">
                <a16:creationId xmlns:a16="http://schemas.microsoft.com/office/drawing/2014/main" id="{7EF0B96E-6BFB-B574-43D5-008CB0F3B05B}"/>
              </a:ext>
            </a:extLst>
          </p:cNvPr>
          <p:cNvPicPr>
            <a:picLocks noChangeAspect="1"/>
          </p:cNvPicPr>
          <p:nvPr/>
        </p:nvPicPr>
        <p:blipFill>
          <a:blip r:embed="rId7">
            <a:clrChange>
              <a:clrFrom>
                <a:srgbClr val="FDFCFA"/>
              </a:clrFrom>
              <a:clrTo>
                <a:srgbClr val="FDFCFA">
                  <a:alpha val="0"/>
                </a:srgbClr>
              </a:clrTo>
            </a:clrChange>
          </a:blip>
          <a:srcRect l="71557" t="33753" b="40940"/>
          <a:stretch>
            <a:fillRect/>
          </a:stretch>
        </p:blipFill>
        <p:spPr>
          <a:xfrm>
            <a:off x="6746456" y="4294564"/>
            <a:ext cx="711082" cy="632673"/>
          </a:xfrm>
          <a:prstGeom prst="rect">
            <a:avLst/>
          </a:prstGeom>
        </p:spPr>
      </p:pic>
      <p:sp>
        <p:nvSpPr>
          <p:cNvPr id="38" name="TextBox 37">
            <a:extLst>
              <a:ext uri="{FF2B5EF4-FFF2-40B4-BE49-F238E27FC236}">
                <a16:creationId xmlns:a16="http://schemas.microsoft.com/office/drawing/2014/main" id="{735E96FA-D285-04F6-E095-DD415F6F84CF}"/>
              </a:ext>
            </a:extLst>
          </p:cNvPr>
          <p:cNvSpPr txBox="1"/>
          <p:nvPr/>
        </p:nvSpPr>
        <p:spPr>
          <a:xfrm>
            <a:off x="7313339" y="3165148"/>
            <a:ext cx="4213350" cy="697050"/>
          </a:xfrm>
          <a:prstGeom prst="rect">
            <a:avLst/>
          </a:prstGeom>
          <a:noFill/>
        </p:spPr>
        <p:txBody>
          <a:bodyPr wrap="square">
            <a:spAutoFit/>
          </a:bodyPr>
          <a:lstStyle/>
          <a:p>
            <a:pPr marR="0" algn="l" defTabSz="584200" rtl="0" fontAlgn="auto" latinLnBrk="0" hangingPunct="0">
              <a:lnSpc>
                <a:spcPct val="150000"/>
              </a:lnSpc>
              <a:spcBef>
                <a:spcPts val="0"/>
              </a:spcBef>
              <a:spcAft>
                <a:spcPts val="0"/>
              </a:spcAft>
              <a:buClrTx/>
              <a:buSzTx/>
              <a:tabLst/>
            </a:pPr>
            <a:r>
              <a:rPr lang="en-US" altLang="ko-KR" sz="1400" b="1" dirty="0">
                <a:latin typeface="+mn-ea"/>
                <a:sym typeface="Wingdings" panose="05000000000000000000" pitchFamily="2" charset="2"/>
              </a:rPr>
              <a:t> </a:t>
            </a:r>
            <a:r>
              <a:rPr lang="ko-KR" altLang="en-US" sz="1400" b="1" dirty="0">
                <a:latin typeface="+mn-ea"/>
              </a:rPr>
              <a:t>연구소 샘플 및 생산품 색상 데이터 기반</a:t>
            </a:r>
            <a:endParaRPr lang="en-US" altLang="ko-KR" sz="1400" b="1" dirty="0">
              <a:latin typeface="+mn-ea"/>
            </a:endParaRPr>
          </a:p>
          <a:p>
            <a:pPr marR="0" algn="l" defTabSz="584200" rtl="0" fontAlgn="auto" latinLnBrk="0" hangingPunct="0">
              <a:lnSpc>
                <a:spcPct val="150000"/>
              </a:lnSpc>
              <a:spcBef>
                <a:spcPts val="0"/>
              </a:spcBef>
              <a:spcAft>
                <a:spcPts val="0"/>
              </a:spcAft>
              <a:buClrTx/>
              <a:buSzTx/>
              <a:tabLst/>
            </a:pPr>
            <a:r>
              <a:rPr lang="en-US" altLang="ko-KR" sz="1400" b="1" dirty="0">
                <a:latin typeface="+mn-ea"/>
              </a:rPr>
              <a:t>    AI </a:t>
            </a:r>
            <a:r>
              <a:rPr lang="ko-KR" altLang="en-US" sz="1400" b="1" dirty="0">
                <a:latin typeface="+mn-ea"/>
              </a:rPr>
              <a:t>예측 모델 구축</a:t>
            </a:r>
            <a:r>
              <a:rPr lang="en-US" altLang="ko-KR" sz="1400" b="1" dirty="0">
                <a:latin typeface="+mn-ea"/>
              </a:rPr>
              <a:t>(</a:t>
            </a:r>
            <a:r>
              <a:rPr lang="ko-KR" altLang="en-US" sz="1400" b="1" dirty="0">
                <a:latin typeface="+mn-ea"/>
              </a:rPr>
              <a:t>서울대 공동연구</a:t>
            </a:r>
            <a:r>
              <a:rPr lang="en-US" altLang="ko-KR" sz="1400" b="1" dirty="0">
                <a:latin typeface="+mn-ea"/>
              </a:rPr>
              <a:t>)</a:t>
            </a:r>
          </a:p>
        </p:txBody>
      </p:sp>
      <p:sp>
        <p:nvSpPr>
          <p:cNvPr id="40" name="TextBox 39">
            <a:extLst>
              <a:ext uri="{FF2B5EF4-FFF2-40B4-BE49-F238E27FC236}">
                <a16:creationId xmlns:a16="http://schemas.microsoft.com/office/drawing/2014/main" id="{0645241E-86B2-E9DA-E8DA-898F1B86FE3C}"/>
              </a:ext>
            </a:extLst>
          </p:cNvPr>
          <p:cNvSpPr txBox="1"/>
          <p:nvPr/>
        </p:nvSpPr>
        <p:spPr>
          <a:xfrm>
            <a:off x="7312522" y="4204711"/>
            <a:ext cx="4117478" cy="697050"/>
          </a:xfrm>
          <a:prstGeom prst="rect">
            <a:avLst/>
          </a:prstGeom>
          <a:noFill/>
        </p:spPr>
        <p:txBody>
          <a:bodyPr wrap="square">
            <a:spAutoFit/>
          </a:bodyPr>
          <a:lstStyle/>
          <a:p>
            <a:pPr marL="285750" indent="-285750" defTabSz="584200" latinLnBrk="0" hangingPunct="0">
              <a:lnSpc>
                <a:spcPct val="150000"/>
              </a:lnSpc>
              <a:buFont typeface="Wingdings" panose="05000000000000000000" pitchFamily="2" charset="2"/>
              <a:buChar char="è"/>
            </a:pPr>
            <a:r>
              <a:rPr lang="ko-KR" altLang="en-US" sz="1400" b="1" dirty="0">
                <a:latin typeface="+mn-ea"/>
                <a:sym typeface="Wingdings" panose="05000000000000000000" pitchFamily="2" charset="2"/>
              </a:rPr>
              <a:t>표준품과 가장 유사한 색상에 근접한 </a:t>
            </a:r>
            <a:endParaRPr lang="en-US" altLang="ko-KR" sz="1400" b="1" dirty="0">
              <a:latin typeface="+mn-ea"/>
              <a:sym typeface="Wingdings" panose="05000000000000000000" pitchFamily="2" charset="2"/>
            </a:endParaRPr>
          </a:p>
          <a:p>
            <a:pPr defTabSz="584200" latinLnBrk="0" hangingPunct="0">
              <a:lnSpc>
                <a:spcPct val="150000"/>
              </a:lnSpc>
            </a:pPr>
            <a:r>
              <a:rPr lang="en-US" altLang="ko-KR" sz="1400" b="1" dirty="0">
                <a:latin typeface="+mn-ea"/>
                <a:sym typeface="Wingdings" panose="05000000000000000000" pitchFamily="2" charset="2"/>
              </a:rPr>
              <a:t>     </a:t>
            </a:r>
            <a:r>
              <a:rPr lang="ko-KR" altLang="en-US" sz="1400" b="1" dirty="0">
                <a:latin typeface="+mn-ea"/>
                <a:sym typeface="Wingdings" panose="05000000000000000000" pitchFamily="2" charset="2"/>
              </a:rPr>
              <a:t>초기</a:t>
            </a:r>
            <a:r>
              <a:rPr lang="en-US" altLang="ko-KR" sz="1400" b="1" dirty="0">
                <a:latin typeface="+mn-ea"/>
                <a:sym typeface="Wingdings" panose="05000000000000000000" pitchFamily="2" charset="2"/>
              </a:rPr>
              <a:t> </a:t>
            </a:r>
            <a:r>
              <a:rPr lang="ko-KR" altLang="en-US" sz="1400" b="1" dirty="0">
                <a:latin typeface="+mn-ea"/>
                <a:sym typeface="Wingdings" panose="05000000000000000000" pitchFamily="2" charset="2"/>
              </a:rPr>
              <a:t>투입량 출력</a:t>
            </a:r>
            <a:r>
              <a:rPr lang="en-US" altLang="ko-KR" sz="1400" b="1" dirty="0">
                <a:latin typeface="+mn-ea"/>
                <a:sym typeface="Wingdings" panose="05000000000000000000" pitchFamily="2" charset="2"/>
              </a:rPr>
              <a:t>(</a:t>
            </a:r>
            <a:r>
              <a:rPr lang="ko-KR" altLang="en-US" sz="1400" b="1" dirty="0">
                <a:latin typeface="+mn-ea"/>
                <a:sym typeface="Wingdings" panose="05000000000000000000" pitchFamily="2" charset="2"/>
              </a:rPr>
              <a:t>조색과정 단축</a:t>
            </a:r>
            <a:r>
              <a:rPr lang="en-US" altLang="ko-KR" sz="1400" b="1" dirty="0">
                <a:latin typeface="+mn-ea"/>
                <a:sym typeface="Wingdings" panose="05000000000000000000" pitchFamily="2" charset="2"/>
              </a:rPr>
              <a:t>)</a:t>
            </a:r>
            <a:endParaRPr lang="en-US" altLang="ko-KR" sz="1400" b="1" dirty="0">
              <a:latin typeface="+mn-ea"/>
            </a:endParaRPr>
          </a:p>
        </p:txBody>
      </p:sp>
      <p:sp>
        <p:nvSpPr>
          <p:cNvPr id="4" name="텍스트 개체 틀 1">
            <a:extLst>
              <a:ext uri="{FF2B5EF4-FFF2-40B4-BE49-F238E27FC236}">
                <a16:creationId xmlns:a16="http://schemas.microsoft.com/office/drawing/2014/main" id="{38B14304-CBF5-D85F-E92D-23D7AD4EBE30}"/>
              </a:ext>
            </a:extLst>
          </p:cNvPr>
          <p:cNvSpPr txBox="1">
            <a:spLocks/>
          </p:cNvSpPr>
          <p:nvPr/>
        </p:nvSpPr>
        <p:spPr>
          <a:xfrm>
            <a:off x="1671799" y="1549594"/>
            <a:ext cx="2411986" cy="364843"/>
          </a:xfrm>
          <a:prstGeom prst="rect">
            <a:avLst/>
          </a:prstGeom>
          <a:noFill/>
        </p:spPr>
        <p:txBody>
          <a:bodyPr anchor="ctr"/>
          <a:lstStyle>
            <a:lvl1pPr marL="0" indent="0" algn="l" defTabSz="457200" rtl="0" eaLnBrk="1" latinLnBrk="1" hangingPunct="1">
              <a:spcBef>
                <a:spcPct val="20000"/>
              </a:spcBef>
              <a:buFont typeface="Arial" pitchFamily="34" charset="0"/>
              <a:buNone/>
              <a:defRPr sz="1300" kern="1200">
                <a:solidFill>
                  <a:schemeClr val="tx1"/>
                </a:solidFill>
                <a:latin typeface="+mn-lt"/>
                <a:ea typeface="+mn-ea"/>
                <a:cs typeface="+mn-cs"/>
              </a:defRPr>
            </a:lvl1pPr>
            <a:lvl2pPr marL="371475" indent="-142875" algn="l" defTabSz="457200" rtl="0" eaLnBrk="1" latinLnBrk="1"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1"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1" hangingPunct="1">
              <a:spcBef>
                <a:spcPct val="20000"/>
              </a:spcBef>
              <a:buFont typeface="Arial" pitchFamily="34" charset="0"/>
              <a:buChar char="•"/>
              <a:defRPr sz="1000" kern="1200">
                <a:solidFill>
                  <a:schemeClr val="tx1"/>
                </a:solidFill>
                <a:latin typeface="+mn-lt"/>
                <a:ea typeface="+mn-ea"/>
                <a:cs typeface="+mn-cs"/>
              </a:defRPr>
            </a:lvl9pPr>
          </a:lstStyle>
          <a:p>
            <a:pPr algn="ctr">
              <a:lnSpc>
                <a:spcPct val="150000"/>
              </a:lnSpc>
            </a:pPr>
            <a:r>
              <a:rPr lang="ko-KR" altLang="en-US" sz="1600" b="1" dirty="0">
                <a:latin typeface="맑은 고딕" panose="020B0503020000020004" pitchFamily="50" charset="-127"/>
                <a:ea typeface="맑은 고딕" panose="020B0503020000020004" pitchFamily="50" charset="-127"/>
              </a:rPr>
              <a:t>파우더 제품 생산</a:t>
            </a:r>
            <a:endParaRPr lang="en-US" altLang="ko-KR" sz="1400" dirty="0">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0DFCF06F-FF1E-3AD9-941E-1906A60B76C9}"/>
              </a:ext>
            </a:extLst>
          </p:cNvPr>
          <p:cNvSpPr txBox="1"/>
          <p:nvPr/>
        </p:nvSpPr>
        <p:spPr>
          <a:xfrm>
            <a:off x="7316396" y="2141692"/>
            <a:ext cx="4213350" cy="1020216"/>
          </a:xfrm>
          <a:prstGeom prst="rect">
            <a:avLst/>
          </a:prstGeom>
          <a:noFill/>
        </p:spPr>
        <p:txBody>
          <a:bodyPr wrap="square">
            <a:spAutoFit/>
          </a:bodyPr>
          <a:lstStyle/>
          <a:p>
            <a:pPr marR="0" algn="l" defTabSz="584200" rtl="0" fontAlgn="auto" latinLnBrk="0" hangingPunct="0">
              <a:lnSpc>
                <a:spcPct val="150000"/>
              </a:lnSpc>
              <a:spcBef>
                <a:spcPts val="0"/>
              </a:spcBef>
              <a:spcAft>
                <a:spcPts val="0"/>
              </a:spcAft>
              <a:buClrTx/>
              <a:buSzTx/>
              <a:tabLst/>
            </a:pPr>
            <a:r>
              <a:rPr lang="en-US" altLang="ko-KR" sz="1400" b="1" dirty="0">
                <a:latin typeface="+mn-ea"/>
                <a:sym typeface="Wingdings" panose="05000000000000000000" pitchFamily="2" charset="2"/>
              </a:rPr>
              <a:t> </a:t>
            </a:r>
            <a:r>
              <a:rPr lang="ko-KR" altLang="en-US" sz="1400" b="1" dirty="0">
                <a:latin typeface="+mn-ea"/>
              </a:rPr>
              <a:t>색소 원료 </a:t>
            </a:r>
            <a:r>
              <a:rPr lang="ko-KR" altLang="en-US" sz="1400" b="1" dirty="0" err="1">
                <a:latin typeface="+mn-ea"/>
              </a:rPr>
              <a:t>로트</a:t>
            </a:r>
            <a:r>
              <a:rPr lang="ko-KR" altLang="en-US" sz="1400" b="1" dirty="0">
                <a:latin typeface="+mn-ea"/>
              </a:rPr>
              <a:t> 별 </a:t>
            </a:r>
            <a:r>
              <a:rPr lang="ko-KR" altLang="en-US" sz="1400" b="1" dirty="0" err="1">
                <a:latin typeface="+mn-ea"/>
              </a:rPr>
              <a:t>측색</a:t>
            </a:r>
            <a:r>
              <a:rPr lang="ko-KR" altLang="en-US" sz="1400" b="1" dirty="0">
                <a:latin typeface="+mn-ea"/>
              </a:rPr>
              <a:t> 값 및 생산 스케일 </a:t>
            </a:r>
            <a:endParaRPr lang="en-US" altLang="ko-KR" sz="1400" b="1" dirty="0">
              <a:latin typeface="+mn-ea"/>
            </a:endParaRPr>
          </a:p>
          <a:p>
            <a:pPr marR="0" algn="l" defTabSz="584200" rtl="0" fontAlgn="auto" latinLnBrk="0" hangingPunct="0">
              <a:lnSpc>
                <a:spcPct val="150000"/>
              </a:lnSpc>
              <a:spcBef>
                <a:spcPts val="0"/>
              </a:spcBef>
              <a:spcAft>
                <a:spcPts val="0"/>
              </a:spcAft>
              <a:buClrTx/>
              <a:buSzTx/>
              <a:tabLst/>
            </a:pPr>
            <a:r>
              <a:rPr lang="en-US" altLang="ko-KR" sz="1400" b="1" dirty="0">
                <a:latin typeface="+mn-ea"/>
              </a:rPr>
              <a:t>    </a:t>
            </a:r>
            <a:r>
              <a:rPr lang="ko-KR" altLang="en-US" sz="1400" b="1" dirty="0">
                <a:latin typeface="+mn-ea"/>
              </a:rPr>
              <a:t>모델에 반영</a:t>
            </a:r>
            <a:endParaRPr lang="en-US" altLang="ko-KR" sz="1400" b="1" dirty="0">
              <a:latin typeface="+mn-ea"/>
            </a:endParaRPr>
          </a:p>
          <a:p>
            <a:pPr marR="0" algn="l" defTabSz="584200" rtl="0" fontAlgn="auto" latinLnBrk="0" hangingPunct="0">
              <a:lnSpc>
                <a:spcPct val="150000"/>
              </a:lnSpc>
              <a:spcBef>
                <a:spcPts val="0"/>
              </a:spcBef>
              <a:spcAft>
                <a:spcPts val="0"/>
              </a:spcAft>
              <a:buClrTx/>
              <a:buSzTx/>
              <a:tabLst/>
            </a:pPr>
            <a:r>
              <a:rPr lang="en-US" altLang="ko-KR" sz="1400" b="1" dirty="0">
                <a:latin typeface="+mn-ea"/>
              </a:rPr>
              <a:t>    </a:t>
            </a:r>
          </a:p>
        </p:txBody>
      </p:sp>
    </p:spTree>
    <p:extLst>
      <p:ext uri="{BB962C8B-B14F-4D97-AF65-F5344CB8AC3E}">
        <p14:creationId xmlns:p14="http://schemas.microsoft.com/office/powerpoint/2010/main" val="723592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85785"/>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9031AB1AAA90D3439AC2E4930F39818E" ma:contentTypeVersion="16" ma:contentTypeDescription="새 문서를 만듭니다." ma:contentTypeScope="" ma:versionID="8d4e3e4524993c4062ee5d273c261e34">
  <xsd:schema xmlns:xsd="http://www.w3.org/2001/XMLSchema" xmlns:xs="http://www.w3.org/2001/XMLSchema" xmlns:p="http://schemas.microsoft.com/office/2006/metadata/properties" xmlns:ns2="065725db-459f-491e-8db3-f72dab8a2211" xmlns:ns3="0812a21c-3b61-41f8-8e4d-105a725a82a8" targetNamespace="http://schemas.microsoft.com/office/2006/metadata/properties" ma:root="true" ma:fieldsID="aa085f3cae9274b4e027ca621fc75b87" ns2:_="" ns3:_="">
    <xsd:import namespace="065725db-459f-491e-8db3-f72dab8a2211"/>
    <xsd:import namespace="0812a21c-3b61-41f8-8e4d-105a725a82a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lcf76f155ced4ddcb4097134ff3c332f" minOccurs="0"/>
                <xsd:element ref="ns3:TaxCatchAll" minOccurs="0"/>
                <xsd:element ref="ns2:MediaLengthInSeconds" minOccurs="0"/>
                <xsd:element ref="ns3:SharedWithUsers" minOccurs="0"/>
                <xsd:element ref="ns3:SharedWithDetails" minOccurs="0"/>
                <xsd:element ref="ns2:MediaServiceObjectDetectorVersions" minOccurs="0"/>
                <xsd:element ref="ns2:MediaServiceOCR" minOccurs="0"/>
                <xsd:element ref="ns2:MediaServiceSearchPropertie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5725db-459f-491e-8db3-f72dab8a22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4" nillable="true" ma:taxonomy="true" ma:internalName="lcf76f155ced4ddcb4097134ff3c332f" ma:taxonomyFieldName="MediaServiceImageTags" ma:displayName="이미지 태그" ma:readOnly="false" ma:fieldId="{5cf76f15-5ced-4ddc-b409-7134ff3c332f}" ma:taxonomyMulti="true" ma:sspId="da349791-9a97-4a39-b3bd-1db788a9519b" ma:termSetId="09814cd3-568e-fe90-9814-8d621ff8fb84" ma:anchorId="fba54fb3-c3e1-fe81-a776-ca4b69148c4d" ma:open="true" ma:isKeyword="false">
      <xsd:complexType>
        <xsd:sequence>
          <xsd:element ref="pc:Terms" minOccurs="0" maxOccurs="1"/>
        </xsd:sequence>
      </xsd:complexType>
    </xsd:element>
    <xsd:element name="MediaLengthInSeconds" ma:index="16"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812a21c-3b61-41f8-8e4d-105a725a82a8"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c83add6-2eb6-45aa-8e36-bbaf8abf8346}" ma:internalName="TaxCatchAll" ma:showField="CatchAllData" ma:web="0812a21c-3b61-41f8-8e4d-105a725a82a8">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0812a21c-3b61-41f8-8e4d-105a725a82a8" xsi:nil="true"/>
    <lcf76f155ced4ddcb4097134ff3c332f xmlns="065725db-459f-491e-8db3-f72dab8a221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3B165B2-53E9-4449-A4B6-2F673D2FB4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5725db-459f-491e-8db3-f72dab8a2211"/>
    <ds:schemaRef ds:uri="0812a21c-3b61-41f8-8e4d-105a725a82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19660C5-A21E-4D39-83BD-F6D2165DB887}">
  <ds:schemaRefs>
    <ds:schemaRef ds:uri="http://www.w3.org/XML/1998/namespace"/>
    <ds:schemaRef ds:uri="http://purl.org/dc/dcmitype/"/>
    <ds:schemaRef ds:uri="http://schemas.microsoft.com/office/infopath/2007/PartnerControls"/>
    <ds:schemaRef ds:uri="http://purl.org/dc/terms/"/>
    <ds:schemaRef ds:uri="065725db-459f-491e-8db3-f72dab8a2211"/>
    <ds:schemaRef ds:uri="http://schemas.microsoft.com/office/2006/documentManagement/types"/>
    <ds:schemaRef ds:uri="http://purl.org/dc/elements/1.1/"/>
    <ds:schemaRef ds:uri="0812a21c-3b61-41f8-8e4d-105a725a82a8"/>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316BB01C-E820-4618-A804-19F82E15E9CE}">
  <ds:schemaRefs>
    <ds:schemaRef ds:uri="http://schemas.microsoft.com/sharepoint/v3/contenttype/forms"/>
  </ds:schemaRefs>
</ds:datastoreItem>
</file>

<file path=docMetadata/LabelInfo.xml><?xml version="1.0" encoding="utf-8"?>
<clbl:labelList xmlns:clbl="http://schemas.microsoft.com/office/2020/mipLabelMetadata">
  <clbl:label id="{ef1579f1-0b38-4219-8499-bb3216f8bc62}" enabled="1" method="Standard" siteId="{88c3e3b5-abdd-4476-b47a-f563a26aae99}" removed="0"/>
</clbl:labelList>
</file>

<file path=docProps/app.xml><?xml version="1.0" encoding="utf-8"?>
<Properties xmlns="http://schemas.openxmlformats.org/officeDocument/2006/extended-properties" xmlns:vt="http://schemas.openxmlformats.org/officeDocument/2006/docPropsVTypes">
  <TotalTime>6965</TotalTime>
  <Words>368</Words>
  <Application>Microsoft Office PowerPoint</Application>
  <PresentationFormat>와이드스크린</PresentationFormat>
  <Paragraphs>82</Paragraphs>
  <Slides>5</Slides>
  <Notes>5</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5</vt:i4>
      </vt:variant>
    </vt:vector>
  </HeadingPairs>
  <TitlesOfParts>
    <vt:vector size="11" baseType="lpstr">
      <vt:lpstr>EH Normal Light</vt:lpstr>
      <vt:lpstr>EH Normal Thin</vt:lpstr>
      <vt:lpstr>맑은 고딕</vt:lpstr>
      <vt:lpstr>Arial</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최예리 (Yeri Choi) COSMAX</dc:creator>
  <cp:lastModifiedBy>최수정 (Sujung Choi) COSMAX</cp:lastModifiedBy>
  <cp:revision>294</cp:revision>
  <cp:lastPrinted>2025-10-13T23:06:50Z</cp:lastPrinted>
  <dcterms:created xsi:type="dcterms:W3CDTF">2024-09-05T02:13:38Z</dcterms:created>
  <dcterms:modified xsi:type="dcterms:W3CDTF">2026-04-06T00:35:31Z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0x0101009031AB1AAA90D3439AC2E4930F39818E</vt:lpwstr>
  </property>
  <property fmtid="{D5CDD505-2E9C-101B-9397-08002B2CF9AE}" pid="3" name="MediaServiceImageTags">
    <vt:lpwstr/>
  </property>
</Properties>
</file>